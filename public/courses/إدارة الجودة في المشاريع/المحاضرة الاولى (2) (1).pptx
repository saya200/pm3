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0" r:id="rId2"/>
    <p:sldMasterId id="2147483677" r:id="rId3"/>
  </p:sldMasterIdLst>
  <p:notesMasterIdLst>
    <p:notesMasterId r:id="rId45"/>
  </p:notesMasterIdLst>
  <p:sldIdLst>
    <p:sldId id="264" r:id="rId4"/>
    <p:sldId id="256" r:id="rId5"/>
    <p:sldId id="390" r:id="rId6"/>
    <p:sldId id="257" r:id="rId7"/>
    <p:sldId id="302" r:id="rId8"/>
    <p:sldId id="387" r:id="rId9"/>
    <p:sldId id="262" r:id="rId10"/>
    <p:sldId id="298" r:id="rId11"/>
    <p:sldId id="391" r:id="rId12"/>
    <p:sldId id="310" r:id="rId13"/>
    <p:sldId id="299" r:id="rId14"/>
    <p:sldId id="392" r:id="rId15"/>
    <p:sldId id="258" r:id="rId16"/>
    <p:sldId id="259" r:id="rId17"/>
    <p:sldId id="260" r:id="rId18"/>
    <p:sldId id="261" r:id="rId19"/>
    <p:sldId id="367" r:id="rId20"/>
    <p:sldId id="370" r:id="rId21"/>
    <p:sldId id="371" r:id="rId22"/>
    <p:sldId id="372" r:id="rId23"/>
    <p:sldId id="373" r:id="rId24"/>
    <p:sldId id="307" r:id="rId25"/>
    <p:sldId id="308" r:id="rId26"/>
    <p:sldId id="368" r:id="rId27"/>
    <p:sldId id="267" r:id="rId28"/>
    <p:sldId id="374" r:id="rId29"/>
    <p:sldId id="382" r:id="rId30"/>
    <p:sldId id="375" r:id="rId31"/>
    <p:sldId id="376" r:id="rId32"/>
    <p:sldId id="377" r:id="rId33"/>
    <p:sldId id="378" r:id="rId34"/>
    <p:sldId id="379" r:id="rId35"/>
    <p:sldId id="380" r:id="rId36"/>
    <p:sldId id="381" r:id="rId37"/>
    <p:sldId id="270" r:id="rId38"/>
    <p:sldId id="271" r:id="rId39"/>
    <p:sldId id="274" r:id="rId40"/>
    <p:sldId id="275" r:id="rId41"/>
    <p:sldId id="276" r:id="rId42"/>
    <p:sldId id="385" r:id="rId43"/>
    <p:sldId id="26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A9B9AF-5A5D-446E-B316-4EF8587996CF}" v="88" dt="2026-08-29T21:13:03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15" autoAdjust="0"/>
  </p:normalViewPr>
  <p:slideViewPr>
    <p:cSldViewPr snapToGrid="0">
      <p:cViewPr varScale="1">
        <p:scale>
          <a:sx n="78" d="100"/>
          <a:sy n="78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uleen assad" userId="20755eea18c2c8cd" providerId="LiveId" clId="{7627F1AA-D8B5-4125-9FA9-2B20B0AB997E}"/>
    <pc:docChg chg="undo custSel addSld delSld modSld sldOrd">
      <pc:chgData name="touleen assad" userId="20755eea18c2c8cd" providerId="LiveId" clId="{7627F1AA-D8B5-4125-9FA9-2B20B0AB997E}" dt="2026-08-29T21:22:52.447" v="1538" actId="2696"/>
      <pc:docMkLst>
        <pc:docMk/>
      </pc:docMkLst>
      <pc:sldChg chg="delSp modSp add del mod setBg">
        <pc:chgData name="touleen assad" userId="20755eea18c2c8cd" providerId="LiveId" clId="{7627F1AA-D8B5-4125-9FA9-2B20B0AB997E}" dt="2026-08-29T21:22:19.892" v="1537" actId="2696"/>
        <pc:sldMkLst>
          <pc:docMk/>
          <pc:sldMk cId="0" sldId="256"/>
        </pc:sldMkLst>
        <pc:spChg chg="mod">
          <ac:chgData name="touleen assad" userId="20755eea18c2c8cd" providerId="LiveId" clId="{7627F1AA-D8B5-4125-9FA9-2B20B0AB997E}" dt="2026-08-29T21:14:32.767" v="1528" actId="14100"/>
          <ac:spMkLst>
            <pc:docMk/>
            <pc:sldMk cId="0" sldId="256"/>
            <ac:spMk id="27" creationId="{00000000-0000-0000-0000-000000000000}"/>
          </ac:spMkLst>
        </pc:spChg>
        <pc:spChg chg="del">
          <ac:chgData name="touleen assad" userId="20755eea18c2c8cd" providerId="LiveId" clId="{7627F1AA-D8B5-4125-9FA9-2B20B0AB997E}" dt="2026-08-29T21:14:05.545" v="1524" actId="478"/>
          <ac:spMkLst>
            <pc:docMk/>
            <pc:sldMk cId="0" sldId="256"/>
            <ac:spMk id="48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21:13:15.839" v="1522" actId="478"/>
          <ac:picMkLst>
            <pc:docMk/>
            <pc:sldMk cId="0" sldId="256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1:13:10.980" v="1521" actId="478"/>
          <ac:picMkLst>
            <pc:docMk/>
            <pc:sldMk cId="0" sldId="256"/>
            <ac:picMk id="3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21:14:47.442" v="1531" actId="14100"/>
          <ac:picMkLst>
            <pc:docMk/>
            <pc:sldMk cId="0" sldId="256"/>
            <ac:picMk id="5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1:14:36.319" v="1529" actId="478"/>
          <ac:picMkLst>
            <pc:docMk/>
            <pc:sldMk cId="0" sldId="256"/>
            <ac:picMk id="6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21:14:28.375" v="1527" actId="14100"/>
          <ac:picMkLst>
            <pc:docMk/>
            <pc:sldMk cId="0" sldId="256"/>
            <ac:picMk id="7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21:14:23.991" v="1526" actId="14100"/>
          <ac:picMkLst>
            <pc:docMk/>
            <pc:sldMk cId="0" sldId="256"/>
            <ac:picMk id="8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21:14:14.859" v="1525" actId="1076"/>
          <ac:picMkLst>
            <pc:docMk/>
            <pc:sldMk cId="0" sldId="256"/>
            <ac:picMk id="22" creationId="{00000000-0000-0000-0000-000000000000}"/>
          </ac:picMkLst>
        </pc:picChg>
      </pc:sldChg>
      <pc:sldChg chg="modSp mod">
        <pc:chgData name="touleen assad" userId="20755eea18c2c8cd" providerId="LiveId" clId="{7627F1AA-D8B5-4125-9FA9-2B20B0AB997E}" dt="2026-08-29T19:01:19.790" v="938" actId="1076"/>
        <pc:sldMkLst>
          <pc:docMk/>
          <pc:sldMk cId="0" sldId="257"/>
        </pc:sldMkLst>
        <pc:spChg chg="mod">
          <ac:chgData name="touleen assad" userId="20755eea18c2c8cd" providerId="LiveId" clId="{7627F1AA-D8B5-4125-9FA9-2B20B0AB997E}" dt="2026-08-29T19:01:19.790" v="938" actId="1076"/>
          <ac:spMkLst>
            <pc:docMk/>
            <pc:sldMk cId="0" sldId="257"/>
            <ac:spMk id="6" creationId="{00000000-0000-0000-0000-000000000000}"/>
          </ac:spMkLst>
        </pc:spChg>
        <pc:picChg chg="mod">
          <ac:chgData name="touleen assad" userId="20755eea18c2c8cd" providerId="LiveId" clId="{7627F1AA-D8B5-4125-9FA9-2B20B0AB997E}" dt="2026-08-29T19:01:15.675" v="937" actId="1076"/>
          <ac:picMkLst>
            <pc:docMk/>
            <pc:sldMk cId="0" sldId="257"/>
            <ac:picMk id="2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18:46:26.073" v="907" actId="1076"/>
          <ac:picMkLst>
            <pc:docMk/>
            <pc:sldMk cId="0" sldId="257"/>
            <ac:picMk id="11" creationId="{8CE86DBC-7E04-7725-C786-29D064975584}"/>
          </ac:picMkLst>
        </pc:picChg>
      </pc:sldChg>
      <pc:sldChg chg="delSp modSp add mod">
        <pc:chgData name="touleen assad" userId="20755eea18c2c8cd" providerId="LiveId" clId="{7627F1AA-D8B5-4125-9FA9-2B20B0AB997E}" dt="2026-08-29T19:05:12.791" v="973" actId="478"/>
        <pc:sldMkLst>
          <pc:docMk/>
          <pc:sldMk cId="0" sldId="262"/>
        </pc:sldMkLst>
        <pc:spChg chg="mod">
          <ac:chgData name="touleen assad" userId="20755eea18c2c8cd" providerId="LiveId" clId="{7627F1AA-D8B5-4125-9FA9-2B20B0AB997E}" dt="2026-08-29T19:04:54.734" v="968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05:09.343" v="972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05:02.489" v="970" actId="107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04:22.639" v="964" actId="12"/>
          <ac:spMkLst>
            <pc:docMk/>
            <pc:sldMk cId="0" sldId="262"/>
            <ac:spMk id="2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04:26.298" v="965" actId="12"/>
          <ac:spMkLst>
            <pc:docMk/>
            <pc:sldMk cId="0" sldId="262"/>
            <ac:spMk id="2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05:06.276" v="971" actId="107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03:03.291" v="947" actId="207"/>
          <ac:spMkLst>
            <pc:docMk/>
            <pc:sldMk cId="0" sldId="262"/>
            <ac:spMk id="30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19:02:51.435" v="945" actId="478"/>
          <ac:picMkLst>
            <pc:docMk/>
            <pc:sldMk cId="0" sldId="262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05:12.791" v="973" actId="478"/>
          <ac:picMkLst>
            <pc:docMk/>
            <pc:sldMk cId="0" sldId="262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04:45.436" v="967" actId="478"/>
          <ac:picMkLst>
            <pc:docMk/>
            <pc:sldMk cId="0" sldId="262"/>
            <ac:picMk id="4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04:04.442" v="959" actId="478"/>
          <ac:picMkLst>
            <pc:docMk/>
            <pc:sldMk cId="0" sldId="262"/>
            <ac:picMk id="9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03:57.059" v="956" actId="478"/>
          <ac:picMkLst>
            <pc:docMk/>
            <pc:sldMk cId="0" sldId="262"/>
            <ac:picMk id="10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03:58.283" v="957" actId="478"/>
          <ac:picMkLst>
            <pc:docMk/>
            <pc:sldMk cId="0" sldId="262"/>
            <ac:picMk id="11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03:59.159" v="958" actId="478"/>
          <ac:picMkLst>
            <pc:docMk/>
            <pc:sldMk cId="0" sldId="262"/>
            <ac:picMk id="1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02:55.082" v="946" actId="478"/>
          <ac:picMkLst>
            <pc:docMk/>
            <pc:sldMk cId="0" sldId="262"/>
            <ac:picMk id="14" creationId="{00000000-0000-0000-0000-000000000000}"/>
          </ac:picMkLst>
        </pc:picChg>
      </pc:sldChg>
      <pc:sldChg chg="delSp modSp add del mod">
        <pc:chgData name="touleen assad" userId="20755eea18c2c8cd" providerId="LiveId" clId="{7627F1AA-D8B5-4125-9FA9-2B20B0AB997E}" dt="2026-08-29T21:22:52.447" v="1538" actId="2696"/>
        <pc:sldMkLst>
          <pc:docMk/>
          <pc:sldMk cId="0" sldId="263"/>
        </pc:sldMkLst>
        <pc:spChg chg="mod">
          <ac:chgData name="touleen assad" userId="20755eea18c2c8cd" providerId="LiveId" clId="{7627F1AA-D8B5-4125-9FA9-2B20B0AB997E}" dt="2026-08-29T20:48:03.759" v="1364" actId="20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8:06.746" v="1365" actId="20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7:53.886" v="1362" actId="20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7:59.981" v="1363" actId="207"/>
          <ac:spMkLst>
            <pc:docMk/>
            <pc:sldMk cId="0" sldId="263"/>
            <ac:spMk id="24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8:18.043" v="1368" actId="20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8:22.453" v="1369" actId="20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8:11.131" v="1366" actId="207"/>
          <ac:spMkLst>
            <pc:docMk/>
            <pc:sldMk cId="0" sldId="263"/>
            <ac:spMk id="2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8:14.510" v="1367" actId="207"/>
          <ac:spMkLst>
            <pc:docMk/>
            <pc:sldMk cId="0" sldId="263"/>
            <ac:spMk id="2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8:27.089" v="1370" actId="1076"/>
          <ac:spMkLst>
            <pc:docMk/>
            <pc:sldMk cId="0" sldId="263"/>
            <ac:spMk id="29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20:47:45.490" v="1360" actId="478"/>
          <ac:picMkLst>
            <pc:docMk/>
            <pc:sldMk cId="0" sldId="263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47:47.353" v="1361" actId="478"/>
          <ac:picMkLst>
            <pc:docMk/>
            <pc:sldMk cId="0" sldId="263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48:32.258" v="1373" actId="478"/>
          <ac:picMkLst>
            <pc:docMk/>
            <pc:sldMk cId="0" sldId="263"/>
            <ac:picMk id="4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48:34.348" v="1374" actId="478"/>
          <ac:picMkLst>
            <pc:docMk/>
            <pc:sldMk cId="0" sldId="263"/>
            <ac:picMk id="5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48:29.154" v="1371" actId="478"/>
          <ac:picMkLst>
            <pc:docMk/>
            <pc:sldMk cId="0" sldId="263"/>
            <ac:picMk id="1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48:30.754" v="1372" actId="478"/>
          <ac:picMkLst>
            <pc:docMk/>
            <pc:sldMk cId="0" sldId="263"/>
            <ac:picMk id="14" creationId="{00000000-0000-0000-0000-000000000000}"/>
          </ac:picMkLst>
        </pc:picChg>
      </pc:sldChg>
      <pc:sldChg chg="modSp add del mod">
        <pc:chgData name="touleen assad" userId="20755eea18c2c8cd" providerId="LiveId" clId="{7627F1AA-D8B5-4125-9FA9-2B20B0AB997E}" dt="2026-08-29T21:22:19.892" v="1537" actId="2696"/>
        <pc:sldMkLst>
          <pc:docMk/>
          <pc:sldMk cId="402572692" sldId="264"/>
        </pc:sldMkLst>
        <pc:picChg chg="mod">
          <ac:chgData name="touleen assad" userId="20755eea18c2c8cd" providerId="LiveId" clId="{7627F1AA-D8B5-4125-9FA9-2B20B0AB997E}" dt="2026-08-29T19:00:20.203" v="933" actId="1076"/>
          <ac:picMkLst>
            <pc:docMk/>
            <pc:sldMk cId="402572692" sldId="264"/>
            <ac:picMk id="7" creationId="{0567E6F1-45AB-9BDB-5CCA-94569DD4C0BE}"/>
          </ac:picMkLst>
        </pc:picChg>
      </pc:sldChg>
      <pc:sldChg chg="addSp delSp modSp add del mod">
        <pc:chgData name="touleen assad" userId="20755eea18c2c8cd" providerId="LiveId" clId="{7627F1AA-D8B5-4125-9FA9-2B20B0AB997E}" dt="2026-08-29T21:22:52.447" v="1538" actId="2696"/>
        <pc:sldMkLst>
          <pc:docMk/>
          <pc:sldMk cId="0" sldId="265"/>
        </pc:sldMkLst>
        <pc:spChg chg="mod">
          <ac:chgData name="touleen assad" userId="20755eea18c2c8cd" providerId="LiveId" clId="{7627F1AA-D8B5-4125-9FA9-2B20B0AB997E}" dt="2026-08-29T20:50:29.493" v="1398" actId="20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0:51.199" v="1404" actId="207"/>
          <ac:spMkLst>
            <pc:docMk/>
            <pc:sldMk cId="0" sldId="265"/>
            <ac:spMk id="1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0:26.556" v="1397" actId="20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0:48.272" v="1403" actId="20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0:23.687" v="1396" actId="207"/>
          <ac:spMkLst>
            <pc:docMk/>
            <pc:sldMk cId="0" sldId="265"/>
            <ac:spMk id="2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0:45.774" v="1402" actId="20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0:19.887" v="1395" actId="207"/>
          <ac:spMkLst>
            <pc:docMk/>
            <pc:sldMk cId="0" sldId="265"/>
            <ac:spMk id="24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0:42.012" v="1401" actId="20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0:17.012" v="1394" actId="207"/>
          <ac:spMkLst>
            <pc:docMk/>
            <pc:sldMk cId="0" sldId="265"/>
            <ac:spMk id="2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0:35.565" v="1400" actId="207"/>
          <ac:spMkLst>
            <pc:docMk/>
            <pc:sldMk cId="0" sldId="265"/>
            <ac:spMk id="2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0:56.038" v="1405" actId="1076"/>
          <ac:spMkLst>
            <pc:docMk/>
            <pc:sldMk cId="0" sldId="265"/>
            <ac:spMk id="28" creationId="{00000000-0000-0000-0000-000000000000}"/>
          </ac:spMkLst>
        </pc:spChg>
        <pc:spChg chg="add mod ord">
          <ac:chgData name="touleen assad" userId="20755eea18c2c8cd" providerId="LiveId" clId="{7627F1AA-D8B5-4125-9FA9-2B20B0AB997E}" dt="2026-08-29T20:51:40.577" v="1410" actId="14100"/>
          <ac:spMkLst>
            <pc:docMk/>
            <pc:sldMk cId="0" sldId="265"/>
            <ac:spMk id="29" creationId="{36834593-963A-E922-B4C1-22F2BF8F8B07}"/>
          </ac:spMkLst>
        </pc:spChg>
        <pc:picChg chg="del">
          <ac:chgData name="touleen assad" userId="20755eea18c2c8cd" providerId="LiveId" clId="{7627F1AA-D8B5-4125-9FA9-2B20B0AB997E}" dt="2026-08-29T20:50:11.012" v="1393" actId="478"/>
          <ac:picMkLst>
            <pc:docMk/>
            <pc:sldMk cId="0" sldId="265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50:57.550" v="1406" actId="478"/>
          <ac:picMkLst>
            <pc:docMk/>
            <pc:sldMk cId="0" sldId="265"/>
            <ac:picMk id="3" creationId="{00000000-0000-0000-0000-000000000000}"/>
          </ac:picMkLst>
        </pc:picChg>
      </pc:sldChg>
      <pc:sldChg chg="add">
        <pc:chgData name="touleen assad" userId="20755eea18c2c8cd" providerId="LiveId" clId="{7627F1AA-D8B5-4125-9FA9-2B20B0AB997E}" dt="2026-08-23T03:58:25.859" v="560"/>
        <pc:sldMkLst>
          <pc:docMk/>
          <pc:sldMk cId="2983373890" sldId="266"/>
        </pc:sldMkLst>
      </pc:sldChg>
      <pc:sldChg chg="delSp modSp add mod">
        <pc:chgData name="touleen assad" userId="20755eea18c2c8cd" providerId="LiveId" clId="{7627F1AA-D8B5-4125-9FA9-2B20B0AB997E}" dt="2026-08-29T19:27:59.466" v="1105" actId="478"/>
        <pc:sldMkLst>
          <pc:docMk/>
          <pc:sldMk cId="0" sldId="267"/>
        </pc:sldMkLst>
        <pc:spChg chg="mod">
          <ac:chgData name="touleen assad" userId="20755eea18c2c8cd" providerId="LiveId" clId="{7627F1AA-D8B5-4125-9FA9-2B20B0AB997E}" dt="2026-08-29T19:27:32.769" v="1097" actId="107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7:36.178" v="1098" actId="107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7:42.829" v="1101" actId="107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7:45.391" v="1102" actId="1076"/>
          <ac:spMkLst>
            <pc:docMk/>
            <pc:sldMk cId="0" sldId="267"/>
            <ac:spMk id="23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19:24:59.390" v="1073" actId="478"/>
          <ac:picMkLst>
            <pc:docMk/>
            <pc:sldMk cId="0" sldId="267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25:00.806" v="1074" actId="478"/>
          <ac:picMkLst>
            <pc:docMk/>
            <pc:sldMk cId="0" sldId="267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27:59.466" v="1105" actId="478"/>
          <ac:picMkLst>
            <pc:docMk/>
            <pc:sldMk cId="0" sldId="267"/>
            <ac:picMk id="4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27:54.427" v="1104" actId="478"/>
          <ac:picMkLst>
            <pc:docMk/>
            <pc:sldMk cId="0" sldId="267"/>
            <ac:picMk id="7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25:49.967" v="1078" actId="478"/>
          <ac:picMkLst>
            <pc:docMk/>
            <pc:sldMk cId="0" sldId="267"/>
            <ac:picMk id="8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26:04.560" v="1080" actId="478"/>
          <ac:picMkLst>
            <pc:docMk/>
            <pc:sldMk cId="0" sldId="267"/>
            <ac:picMk id="9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26:05.466" v="1081" actId="478"/>
          <ac:picMkLst>
            <pc:docMk/>
            <pc:sldMk cId="0" sldId="267"/>
            <ac:picMk id="10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19:27:52.704" v="1103" actId="1076"/>
          <ac:picMkLst>
            <pc:docMk/>
            <pc:sldMk cId="0" sldId="267"/>
            <ac:picMk id="11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19:27:37.546" v="1099" actId="1076"/>
          <ac:picMkLst>
            <pc:docMk/>
            <pc:sldMk cId="0" sldId="267"/>
            <ac:picMk id="1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27:26.889" v="1095" actId="478"/>
          <ac:picMkLst>
            <pc:docMk/>
            <pc:sldMk cId="0" sldId="267"/>
            <ac:picMk id="13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19:27:39.038" v="1100" actId="1076"/>
          <ac:picMkLst>
            <pc:docMk/>
            <pc:sldMk cId="0" sldId="267"/>
            <ac:picMk id="14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27:28.265" v="1096" actId="478"/>
          <ac:picMkLst>
            <pc:docMk/>
            <pc:sldMk cId="0" sldId="267"/>
            <ac:picMk id="15" creationId="{00000000-0000-0000-0000-000000000000}"/>
          </ac:picMkLst>
        </pc:picChg>
      </pc:sldChg>
      <pc:sldChg chg="add del">
        <pc:chgData name="touleen assad" userId="20755eea18c2c8cd" providerId="LiveId" clId="{7627F1AA-D8B5-4125-9FA9-2B20B0AB997E}" dt="2026-08-29T21:15:52.307" v="1535" actId="2696"/>
        <pc:sldMkLst>
          <pc:docMk/>
          <pc:sldMk cId="0" sldId="268"/>
        </pc:sldMkLst>
      </pc:sldChg>
      <pc:sldChg chg="addSp delSp modSp add del mod">
        <pc:chgData name="touleen assad" userId="20755eea18c2c8cd" providerId="LiveId" clId="{7627F1AA-D8B5-4125-9FA9-2B20B0AB997E}" dt="2026-08-29T21:15:22.065" v="1534" actId="47"/>
        <pc:sldMkLst>
          <pc:docMk/>
          <pc:sldMk cId="0" sldId="269"/>
        </pc:sldMkLst>
        <pc:spChg chg="mod">
          <ac:chgData name="touleen assad" userId="20755eea18c2c8cd" providerId="LiveId" clId="{7627F1AA-D8B5-4125-9FA9-2B20B0AB997E}" dt="2026-08-29T20:58:18.012" v="1499" actId="207"/>
          <ac:spMkLst>
            <pc:docMk/>
            <pc:sldMk cId="0" sldId="269"/>
            <ac:spMk id="11" creationId="{00000000-0000-0000-0000-000000000000}"/>
          </ac:spMkLst>
        </pc:spChg>
        <pc:spChg chg="del mod">
          <ac:chgData name="touleen assad" userId="20755eea18c2c8cd" providerId="LiveId" clId="{7627F1AA-D8B5-4125-9FA9-2B20B0AB997E}" dt="2026-08-29T20:58:20.788" v="1500" actId="478"/>
          <ac:spMkLst>
            <pc:docMk/>
            <pc:sldMk cId="0" sldId="269"/>
            <ac:spMk id="12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20:56:42.888" v="1460" actId="478"/>
          <ac:picMkLst>
            <pc:docMk/>
            <pc:sldMk cId="0" sldId="269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58:03.211" v="1495" actId="478"/>
          <ac:picMkLst>
            <pc:docMk/>
            <pc:sldMk cId="0" sldId="269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58:01.769" v="1494" actId="478"/>
          <ac:picMkLst>
            <pc:docMk/>
            <pc:sldMk cId="0" sldId="269"/>
            <ac:picMk id="5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56:48.511" v="1461" actId="478"/>
          <ac:picMkLst>
            <pc:docMk/>
            <pc:sldMk cId="0" sldId="269"/>
            <ac:picMk id="7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58:05.234" v="1496" actId="478"/>
          <ac:picMkLst>
            <pc:docMk/>
            <pc:sldMk cId="0" sldId="269"/>
            <ac:picMk id="8" creationId="{00000000-0000-0000-0000-000000000000}"/>
          </ac:picMkLst>
        </pc:picChg>
        <pc:picChg chg="add del mod">
          <ac:chgData name="touleen assad" userId="20755eea18c2c8cd" providerId="LiveId" clId="{7627F1AA-D8B5-4125-9FA9-2B20B0AB997E}" dt="2026-08-29T20:59:59.757" v="1519" actId="1076"/>
          <ac:picMkLst>
            <pc:docMk/>
            <pc:sldMk cId="0" sldId="269"/>
            <ac:picMk id="9" creationId="{00000000-0000-0000-0000-000000000000}"/>
          </ac:picMkLst>
        </pc:picChg>
      </pc:sldChg>
      <pc:sldChg chg="delSp modSp add mod ord">
        <pc:chgData name="touleen assad" userId="20755eea18c2c8cd" providerId="LiveId" clId="{7627F1AA-D8B5-4125-9FA9-2B20B0AB997E}" dt="2026-08-29T20:29:26.655" v="1272"/>
        <pc:sldMkLst>
          <pc:docMk/>
          <pc:sldMk cId="0" sldId="274"/>
        </pc:sldMkLst>
        <pc:spChg chg="mod">
          <ac:chgData name="touleen assad" userId="20755eea18c2c8cd" providerId="LiveId" clId="{7627F1AA-D8B5-4125-9FA9-2B20B0AB997E}" dt="2026-08-29T19:39:17.107" v="1109" actId="207"/>
          <ac:spMkLst>
            <pc:docMk/>
            <pc:sldMk cId="0" sldId="274"/>
            <ac:spMk id="2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27:32.172" v="1218" actId="20577"/>
          <ac:spMkLst>
            <pc:docMk/>
            <pc:sldMk cId="0" sldId="274"/>
            <ac:spMk id="2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26:51.723" v="1204" actId="207"/>
          <ac:spMkLst>
            <pc:docMk/>
            <pc:sldMk cId="0" sldId="274"/>
            <ac:spMk id="2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27:39.987" v="1221" actId="20577"/>
          <ac:spMkLst>
            <pc:docMk/>
            <pc:sldMk cId="0" sldId="274"/>
            <ac:spMk id="24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26:54.961" v="1205" actId="207"/>
          <ac:spMkLst>
            <pc:docMk/>
            <pc:sldMk cId="0" sldId="274"/>
            <ac:spMk id="2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27:12.858" v="1209" actId="20577"/>
          <ac:spMkLst>
            <pc:docMk/>
            <pc:sldMk cId="0" sldId="274"/>
            <ac:spMk id="2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26:47.784" v="1203" actId="207"/>
          <ac:spMkLst>
            <pc:docMk/>
            <pc:sldMk cId="0" sldId="274"/>
            <ac:spMk id="2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27:22.694" v="1212" actId="20577"/>
          <ac:spMkLst>
            <pc:docMk/>
            <pc:sldMk cId="0" sldId="274"/>
            <ac:spMk id="2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27:00.290" v="1206" actId="207"/>
          <ac:spMkLst>
            <pc:docMk/>
            <pc:sldMk cId="0" sldId="274"/>
            <ac:spMk id="29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19:39:12.087" v="1107" actId="478"/>
          <ac:picMkLst>
            <pc:docMk/>
            <pc:sldMk cId="0" sldId="274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39:21.789" v="1110" actId="478"/>
          <ac:picMkLst>
            <pc:docMk/>
            <pc:sldMk cId="0" sldId="274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39:24.334" v="1111" actId="478"/>
          <ac:picMkLst>
            <pc:docMk/>
            <pc:sldMk cId="0" sldId="274"/>
            <ac:picMk id="10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39:13.231" v="1108" actId="478"/>
          <ac:picMkLst>
            <pc:docMk/>
            <pc:sldMk cId="0" sldId="274"/>
            <ac:picMk id="11" creationId="{00000000-0000-0000-0000-000000000000}"/>
          </ac:picMkLst>
        </pc:picChg>
      </pc:sldChg>
      <pc:sldChg chg="addSp delSp modSp add mod ord">
        <pc:chgData name="touleen assad" userId="20755eea18c2c8cd" providerId="LiveId" clId="{7627F1AA-D8B5-4125-9FA9-2B20B0AB997E}" dt="2026-08-29T20:29:26.655" v="1272"/>
        <pc:sldMkLst>
          <pc:docMk/>
          <pc:sldMk cId="0" sldId="275"/>
        </pc:sldMkLst>
        <pc:spChg chg="mod">
          <ac:chgData name="touleen assad" userId="20755eea18c2c8cd" providerId="LiveId" clId="{7627F1AA-D8B5-4125-9FA9-2B20B0AB997E}" dt="2026-08-29T19:39:44.592" v="1116" actId="207"/>
          <ac:spMkLst>
            <pc:docMk/>
            <pc:sldMk cId="0" sldId="275"/>
            <ac:spMk id="1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39:47.487" v="1117" actId="207"/>
          <ac:spMkLst>
            <pc:docMk/>
            <pc:sldMk cId="0" sldId="275"/>
            <ac:spMk id="1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39:50.232" v="1118" actId="207"/>
          <ac:spMkLst>
            <pc:docMk/>
            <pc:sldMk cId="0" sldId="275"/>
            <ac:spMk id="19" creationId="{00000000-0000-0000-0000-000000000000}"/>
          </ac:spMkLst>
        </pc:spChg>
        <pc:spChg chg="add del mod">
          <ac:chgData name="touleen assad" userId="20755eea18c2c8cd" providerId="LiveId" clId="{7627F1AA-D8B5-4125-9FA9-2B20B0AB997E}" dt="2026-08-29T19:40:12.816" v="1126" actId="207"/>
          <ac:spMkLst>
            <pc:docMk/>
            <pc:sldMk cId="0" sldId="275"/>
            <ac:spMk id="2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40:16.170" v="1127" actId="207"/>
          <ac:spMkLst>
            <pc:docMk/>
            <pc:sldMk cId="0" sldId="275"/>
            <ac:spMk id="2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40:22.650" v="1128" actId="207"/>
          <ac:spMkLst>
            <pc:docMk/>
            <pc:sldMk cId="0" sldId="275"/>
            <ac:spMk id="2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39:34.474" v="1113" actId="207"/>
          <ac:spMkLst>
            <pc:docMk/>
            <pc:sldMk cId="0" sldId="275"/>
            <ac:spMk id="2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39:37.556" v="1114" actId="207"/>
          <ac:spMkLst>
            <pc:docMk/>
            <pc:sldMk cId="0" sldId="275"/>
            <ac:spMk id="2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39:40.200" v="1115" actId="207"/>
          <ac:spMkLst>
            <pc:docMk/>
            <pc:sldMk cId="0" sldId="275"/>
            <ac:spMk id="2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39:54.306" v="1119" actId="207"/>
          <ac:spMkLst>
            <pc:docMk/>
            <pc:sldMk cId="0" sldId="275"/>
            <ac:spMk id="2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26:22.287" v="1202"/>
          <ac:spMkLst>
            <pc:docMk/>
            <pc:sldMk cId="0" sldId="275"/>
            <ac:spMk id="30" creationId="{00000000-0000-0000-0000-000000000000}"/>
          </ac:spMkLst>
        </pc:spChg>
        <pc:spChg chg="add del mod">
          <ac:chgData name="touleen assad" userId="20755eea18c2c8cd" providerId="LiveId" clId="{7627F1AA-D8B5-4125-9FA9-2B20B0AB997E}" dt="2026-08-29T20:25:55.041" v="1196" actId="21"/>
          <ac:spMkLst>
            <pc:docMk/>
            <pc:sldMk cId="0" sldId="275"/>
            <ac:spMk id="31" creationId="{00000000-0000-0000-0000-000000000000}"/>
          </ac:spMkLst>
        </pc:spChg>
        <pc:spChg chg="add del mod">
          <ac:chgData name="touleen assad" userId="20755eea18c2c8cd" providerId="LiveId" clId="{7627F1AA-D8B5-4125-9FA9-2B20B0AB997E}" dt="2026-08-29T20:26:17.615" v="1200" actId="478"/>
          <ac:spMkLst>
            <pc:docMk/>
            <pc:sldMk cId="0" sldId="275"/>
            <ac:spMk id="33" creationId="{1098B76E-C6BB-FCED-1BC0-3D500AB96AFE}"/>
          </ac:spMkLst>
        </pc:spChg>
        <pc:picChg chg="del">
          <ac:chgData name="touleen assad" userId="20755eea18c2c8cd" providerId="LiveId" clId="{7627F1AA-D8B5-4125-9FA9-2B20B0AB997E}" dt="2026-08-29T19:39:30.486" v="1112" actId="478"/>
          <ac:picMkLst>
            <pc:docMk/>
            <pc:sldMk cId="0" sldId="275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21:20.003" v="1130" actId="478"/>
          <ac:picMkLst>
            <pc:docMk/>
            <pc:sldMk cId="0" sldId="275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40:24.310" v="1129" actId="478"/>
          <ac:picMkLst>
            <pc:docMk/>
            <pc:sldMk cId="0" sldId="275"/>
            <ac:picMk id="9" creationId="{00000000-0000-0000-0000-000000000000}"/>
          </ac:picMkLst>
        </pc:picChg>
      </pc:sldChg>
      <pc:sldChg chg="addSp delSp modSp add mod ord">
        <pc:chgData name="touleen assad" userId="20755eea18c2c8cd" providerId="LiveId" clId="{7627F1AA-D8B5-4125-9FA9-2B20B0AB997E}" dt="2026-08-29T20:29:26.655" v="1272"/>
        <pc:sldMkLst>
          <pc:docMk/>
          <pc:sldMk cId="0" sldId="276"/>
        </pc:sldMkLst>
        <pc:spChg chg="mod">
          <ac:chgData name="touleen assad" userId="20755eea18c2c8cd" providerId="LiveId" clId="{7627F1AA-D8B5-4125-9FA9-2B20B0AB997E}" dt="2026-08-29T20:25:28.567" v="1192" actId="1076"/>
          <ac:spMkLst>
            <pc:docMk/>
            <pc:sldMk cId="0" sldId="276"/>
            <ac:spMk id="1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28:33.566" v="1243" actId="20577"/>
          <ac:spMkLst>
            <pc:docMk/>
            <pc:sldMk cId="0" sldId="276"/>
            <ac:spMk id="20" creationId="{00000000-0000-0000-0000-000000000000}"/>
          </ac:spMkLst>
        </pc:spChg>
        <pc:spChg chg="del">
          <ac:chgData name="touleen assad" userId="20755eea18c2c8cd" providerId="LiveId" clId="{7627F1AA-D8B5-4125-9FA9-2B20B0AB997E}" dt="2026-08-29T20:24:29.277" v="1158" actId="478"/>
          <ac:spMkLst>
            <pc:docMk/>
            <pc:sldMk cId="0" sldId="276"/>
            <ac:spMk id="21" creationId="{00000000-0000-0000-0000-000000000000}"/>
          </ac:spMkLst>
        </pc:spChg>
        <pc:spChg chg="del mod">
          <ac:chgData name="touleen assad" userId="20755eea18c2c8cd" providerId="LiveId" clId="{7627F1AA-D8B5-4125-9FA9-2B20B0AB997E}" dt="2026-08-29T20:24:25.843" v="1156" actId="478"/>
          <ac:spMkLst>
            <pc:docMk/>
            <pc:sldMk cId="0" sldId="276"/>
            <ac:spMk id="22" creationId="{00000000-0000-0000-0000-000000000000}"/>
          </ac:spMkLst>
        </pc:spChg>
        <pc:spChg chg="add del mod">
          <ac:chgData name="touleen assad" userId="20755eea18c2c8cd" providerId="LiveId" clId="{7627F1AA-D8B5-4125-9FA9-2B20B0AB997E}" dt="2026-08-29T20:24:31.538" v="1159" actId="478"/>
          <ac:spMkLst>
            <pc:docMk/>
            <pc:sldMk cId="0" sldId="276"/>
            <ac:spMk id="24" creationId="{00000000-0000-0000-0000-000000000000}"/>
          </ac:spMkLst>
        </pc:spChg>
        <pc:spChg chg="del mod">
          <ac:chgData name="touleen assad" userId="20755eea18c2c8cd" providerId="LiveId" clId="{7627F1AA-D8B5-4125-9FA9-2B20B0AB997E}" dt="2026-08-29T20:23:07.530" v="1135" actId="478"/>
          <ac:spMkLst>
            <pc:docMk/>
            <pc:sldMk cId="0" sldId="276"/>
            <ac:spMk id="26" creationId="{00000000-0000-0000-0000-000000000000}"/>
          </ac:spMkLst>
        </pc:spChg>
        <pc:spChg chg="del">
          <ac:chgData name="touleen assad" userId="20755eea18c2c8cd" providerId="LiveId" clId="{7627F1AA-D8B5-4125-9FA9-2B20B0AB997E}" dt="2026-08-29T20:22:58.987" v="1133" actId="478"/>
          <ac:spMkLst>
            <pc:docMk/>
            <pc:sldMk cId="0" sldId="276"/>
            <ac:spMk id="2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28:57.928" v="1267" actId="20577"/>
          <ac:spMkLst>
            <pc:docMk/>
            <pc:sldMk cId="0" sldId="276"/>
            <ac:spMk id="2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28:50.759" v="1261" actId="20577"/>
          <ac:spMkLst>
            <pc:docMk/>
            <pc:sldMk cId="0" sldId="276"/>
            <ac:spMk id="29" creationId="{00000000-0000-0000-0000-000000000000}"/>
          </ac:spMkLst>
        </pc:spChg>
        <pc:spChg chg="del mod">
          <ac:chgData name="touleen assad" userId="20755eea18c2c8cd" providerId="LiveId" clId="{7627F1AA-D8B5-4125-9FA9-2B20B0AB997E}" dt="2026-08-29T20:29:09.844" v="1270" actId="478"/>
          <ac:spMkLst>
            <pc:docMk/>
            <pc:sldMk cId="0" sldId="276"/>
            <ac:spMk id="30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20:23:12.152" v="1137" actId="478"/>
          <ac:picMkLst>
            <pc:docMk/>
            <pc:sldMk cId="0" sldId="276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24:42.274" v="1165" actId="478"/>
          <ac:picMkLst>
            <pc:docMk/>
            <pc:sldMk cId="0" sldId="276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25:32.093" v="1193" actId="478"/>
          <ac:picMkLst>
            <pc:docMk/>
            <pc:sldMk cId="0" sldId="276"/>
            <ac:picMk id="4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24:37.092" v="1163" actId="478"/>
          <ac:picMkLst>
            <pc:docMk/>
            <pc:sldMk cId="0" sldId="276"/>
            <ac:picMk id="5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24:32.703" v="1160" actId="478"/>
          <ac:picMkLst>
            <pc:docMk/>
            <pc:sldMk cId="0" sldId="276"/>
            <ac:picMk id="6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23:51.058" v="1146" actId="478"/>
          <ac:picMkLst>
            <pc:docMk/>
            <pc:sldMk cId="0" sldId="276"/>
            <ac:picMk id="7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20:24:02.876" v="1149" actId="1076"/>
          <ac:picMkLst>
            <pc:docMk/>
            <pc:sldMk cId="0" sldId="276"/>
            <ac:picMk id="8" creationId="{00000000-0000-0000-0000-000000000000}"/>
          </ac:picMkLst>
        </pc:picChg>
        <pc:picChg chg="del mod">
          <ac:chgData name="touleen assad" userId="20755eea18c2c8cd" providerId="LiveId" clId="{7627F1AA-D8B5-4125-9FA9-2B20B0AB997E}" dt="2026-08-29T20:29:03.772" v="1268" actId="478"/>
          <ac:picMkLst>
            <pc:docMk/>
            <pc:sldMk cId="0" sldId="276"/>
            <ac:picMk id="9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24:39.766" v="1164" actId="478"/>
          <ac:picMkLst>
            <pc:docMk/>
            <pc:sldMk cId="0" sldId="276"/>
            <ac:picMk id="10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24:45.389" v="1167" actId="478"/>
          <ac:picMkLst>
            <pc:docMk/>
            <pc:sldMk cId="0" sldId="276"/>
            <ac:picMk id="11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24:34.872" v="1162" actId="478"/>
          <ac:picMkLst>
            <pc:docMk/>
            <pc:sldMk cId="0" sldId="276"/>
            <ac:picMk id="12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20:24:04.801" v="1150" actId="1076"/>
          <ac:picMkLst>
            <pc:docMk/>
            <pc:sldMk cId="0" sldId="276"/>
            <ac:picMk id="13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20:23:59.465" v="1148" actId="1076"/>
          <ac:picMkLst>
            <pc:docMk/>
            <pc:sldMk cId="0" sldId="276"/>
            <ac:picMk id="14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23:09.929" v="1136" actId="478"/>
          <ac:picMkLst>
            <pc:docMk/>
            <pc:sldMk cId="0" sldId="276"/>
            <ac:picMk id="15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24:33.459" v="1161" actId="478"/>
          <ac:picMkLst>
            <pc:docMk/>
            <pc:sldMk cId="0" sldId="276"/>
            <ac:picMk id="16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24:27.046" v="1157" actId="478"/>
          <ac:picMkLst>
            <pc:docMk/>
            <pc:sldMk cId="0" sldId="276"/>
            <ac:picMk id="17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24:44.107" v="1166" actId="478"/>
          <ac:picMkLst>
            <pc:docMk/>
            <pc:sldMk cId="0" sldId="276"/>
            <ac:picMk id="18" creationId="{00000000-0000-0000-0000-000000000000}"/>
          </ac:picMkLst>
        </pc:picChg>
      </pc:sldChg>
      <pc:sldChg chg="addSp delSp modSp mod">
        <pc:chgData name="touleen assad" userId="20755eea18c2c8cd" providerId="LiveId" clId="{7627F1AA-D8B5-4125-9FA9-2B20B0AB997E}" dt="2026-08-29T19:08:49.389" v="989" actId="478"/>
        <pc:sldMkLst>
          <pc:docMk/>
          <pc:sldMk cId="0" sldId="298"/>
        </pc:sldMkLst>
        <pc:spChg chg="mod">
          <ac:chgData name="touleen assad" userId="20755eea18c2c8cd" providerId="LiveId" clId="{7627F1AA-D8B5-4125-9FA9-2B20B0AB997E}" dt="2026-08-29T19:06:15.300" v="976" actId="6549"/>
          <ac:spMkLst>
            <pc:docMk/>
            <pc:sldMk cId="0" sldId="298"/>
            <ac:spMk id="21" creationId="{00000000-0000-0000-0000-000000000000}"/>
          </ac:spMkLst>
        </pc:spChg>
        <pc:picChg chg="add del mod">
          <ac:chgData name="touleen assad" userId="20755eea18c2c8cd" providerId="LiveId" clId="{7627F1AA-D8B5-4125-9FA9-2B20B0AB997E}" dt="2026-08-29T19:08:49.389" v="989" actId="478"/>
          <ac:picMkLst>
            <pc:docMk/>
            <pc:sldMk cId="0" sldId="298"/>
            <ac:picMk id="39" creationId="{C1916200-5FB9-0874-E793-833FEB3630DB}"/>
          </ac:picMkLst>
        </pc:picChg>
      </pc:sldChg>
      <pc:sldChg chg="addSp delSp modSp mod">
        <pc:chgData name="touleen assad" userId="20755eea18c2c8cd" providerId="LiveId" clId="{7627F1AA-D8B5-4125-9FA9-2B20B0AB997E}" dt="2026-08-29T19:08:04.362" v="984" actId="22"/>
        <pc:sldMkLst>
          <pc:docMk/>
          <pc:sldMk cId="0" sldId="299"/>
        </pc:sldMkLst>
        <pc:spChg chg="mod">
          <ac:chgData name="touleen assad" userId="20755eea18c2c8cd" providerId="LiveId" clId="{7627F1AA-D8B5-4125-9FA9-2B20B0AB997E}" dt="2026-08-29T19:06:52.662" v="980" actId="6549"/>
          <ac:spMkLst>
            <pc:docMk/>
            <pc:sldMk cId="0" sldId="299"/>
            <ac:spMk id="26" creationId="{00000000-0000-0000-0000-000000000000}"/>
          </ac:spMkLst>
        </pc:spChg>
        <pc:picChg chg="add del mod">
          <ac:chgData name="touleen assad" userId="20755eea18c2c8cd" providerId="LiveId" clId="{7627F1AA-D8B5-4125-9FA9-2B20B0AB997E}" dt="2026-08-29T19:08:04.362" v="984" actId="22"/>
          <ac:picMkLst>
            <pc:docMk/>
            <pc:sldMk cId="0" sldId="299"/>
            <ac:picMk id="31" creationId="{FFEF2538-87D5-B023-3206-1769A3A68DC1}"/>
          </ac:picMkLst>
        </pc:picChg>
      </pc:sldChg>
      <pc:sldChg chg="del">
        <pc:chgData name="touleen assad" userId="20755eea18c2c8cd" providerId="LiveId" clId="{7627F1AA-D8B5-4125-9FA9-2B20B0AB997E}" dt="2026-08-29T19:22:30.833" v="1067" actId="2696"/>
        <pc:sldMkLst>
          <pc:docMk/>
          <pc:sldMk cId="0" sldId="303"/>
        </pc:sldMkLst>
      </pc:sldChg>
      <pc:sldChg chg="del ord">
        <pc:chgData name="touleen assad" userId="20755eea18c2c8cd" providerId="LiveId" clId="{7627F1AA-D8B5-4125-9FA9-2B20B0AB997E}" dt="2026-08-29T19:09:14.089" v="990" actId="2696"/>
        <pc:sldMkLst>
          <pc:docMk/>
          <pc:sldMk cId="0" sldId="306"/>
        </pc:sldMkLst>
      </pc:sldChg>
      <pc:sldChg chg="modSp mod">
        <pc:chgData name="touleen assad" userId="20755eea18c2c8cd" providerId="LiveId" clId="{7627F1AA-D8B5-4125-9FA9-2B20B0AB997E}" dt="2026-08-23T03:42:48.252" v="73" actId="2711"/>
        <pc:sldMkLst>
          <pc:docMk/>
          <pc:sldMk cId="3749662512" sldId="308"/>
        </pc:sldMkLst>
        <pc:spChg chg="mod">
          <ac:chgData name="touleen assad" userId="20755eea18c2c8cd" providerId="LiveId" clId="{7627F1AA-D8B5-4125-9FA9-2B20B0AB997E}" dt="2026-08-23T03:42:48.252" v="73" actId="2711"/>
          <ac:spMkLst>
            <pc:docMk/>
            <pc:sldMk cId="3749662512" sldId="308"/>
            <ac:spMk id="26" creationId="{1FDE9322-5FDF-380A-A77F-4100D3E89978}"/>
          </ac:spMkLst>
        </pc:spChg>
      </pc:sldChg>
      <pc:sldChg chg="del ord">
        <pc:chgData name="touleen assad" userId="20755eea18c2c8cd" providerId="LiveId" clId="{7627F1AA-D8B5-4125-9FA9-2B20B0AB997E}" dt="2026-08-29T19:23:34.753" v="1068" actId="2696"/>
        <pc:sldMkLst>
          <pc:docMk/>
          <pc:sldMk cId="0" sldId="309"/>
        </pc:sldMkLst>
      </pc:sldChg>
      <pc:sldChg chg="ord">
        <pc:chgData name="touleen assad" userId="20755eea18c2c8cd" providerId="LiveId" clId="{7627F1AA-D8B5-4125-9FA9-2B20B0AB997E}" dt="2026-08-29T19:24:05.932" v="1070"/>
        <pc:sldMkLst>
          <pc:docMk/>
          <pc:sldMk cId="0" sldId="310"/>
        </pc:sldMkLst>
      </pc:sldChg>
      <pc:sldChg chg="del ord">
        <pc:chgData name="touleen assad" userId="20755eea18c2c8cd" providerId="LiveId" clId="{7627F1AA-D8B5-4125-9FA9-2B20B0AB997E}" dt="2026-08-29T19:24:30.499" v="1071" actId="2696"/>
        <pc:sldMkLst>
          <pc:docMk/>
          <pc:sldMk cId="0" sldId="311"/>
        </pc:sldMkLst>
      </pc:sldChg>
      <pc:sldChg chg="addSp delSp del mod ord">
        <pc:chgData name="touleen assad" userId="20755eea18c2c8cd" providerId="LiveId" clId="{7627F1AA-D8B5-4125-9FA9-2B20B0AB997E}" dt="2026-08-29T19:06:39.892" v="977" actId="2696"/>
        <pc:sldMkLst>
          <pc:docMk/>
          <pc:sldMk cId="0" sldId="312"/>
        </pc:sldMkLst>
        <pc:picChg chg="add del">
          <ac:chgData name="touleen assad" userId="20755eea18c2c8cd" providerId="LiveId" clId="{7627F1AA-D8B5-4125-9FA9-2B20B0AB997E}" dt="2026-08-29T19:02:32.537" v="943" actId="22"/>
          <ac:picMkLst>
            <pc:docMk/>
            <pc:sldMk cId="0" sldId="312"/>
            <ac:picMk id="20" creationId="{AA5D1AC4-3FE0-F81D-2998-C69E2782D6BC}"/>
          </ac:picMkLst>
        </pc:picChg>
      </pc:sldChg>
      <pc:sldChg chg="addSp modSp new del mod ord">
        <pc:chgData name="touleen assad" userId="20755eea18c2c8cd" providerId="LiveId" clId="{7627F1AA-D8B5-4125-9FA9-2B20B0AB997E}" dt="2026-08-29T19:00:30.847" v="934" actId="2696"/>
        <pc:sldMkLst>
          <pc:docMk/>
          <pc:sldMk cId="393934341" sldId="383"/>
        </pc:sldMkLst>
      </pc:sldChg>
      <pc:sldChg chg="addSp modSp new del mod">
        <pc:chgData name="touleen assad" userId="20755eea18c2c8cd" providerId="LiveId" clId="{7627F1AA-D8B5-4125-9FA9-2B20B0AB997E}" dt="2026-08-29T18:42:56.805" v="878" actId="2696"/>
        <pc:sldMkLst>
          <pc:docMk/>
          <pc:sldMk cId="1974932520" sldId="384"/>
        </pc:sldMkLst>
      </pc:sldChg>
      <pc:sldChg chg="addSp delSp modSp new mod ord">
        <pc:chgData name="touleen assad" userId="20755eea18c2c8cd" providerId="LiveId" clId="{7627F1AA-D8B5-4125-9FA9-2B20B0AB997E}" dt="2026-08-23T04:13:20.863" v="769" actId="1076"/>
        <pc:sldMkLst>
          <pc:docMk/>
          <pc:sldMk cId="1603329997" sldId="385"/>
        </pc:sldMkLst>
        <pc:spChg chg="add mod">
          <ac:chgData name="touleen assad" userId="20755eea18c2c8cd" providerId="LiveId" clId="{7627F1AA-D8B5-4125-9FA9-2B20B0AB997E}" dt="2026-08-23T04:04:11.078" v="579" actId="1076"/>
          <ac:spMkLst>
            <pc:docMk/>
            <pc:sldMk cId="1603329997" sldId="385"/>
            <ac:spMk id="3" creationId="{2C55F9AA-0440-4A3D-626D-BF269EBD4EF7}"/>
          </ac:spMkLst>
        </pc:spChg>
        <pc:spChg chg="add mod">
          <ac:chgData name="touleen assad" userId="20755eea18c2c8cd" providerId="LiveId" clId="{7627F1AA-D8B5-4125-9FA9-2B20B0AB997E}" dt="2026-08-23T04:12:56.365" v="765" actId="20577"/>
          <ac:spMkLst>
            <pc:docMk/>
            <pc:sldMk cId="1603329997" sldId="385"/>
            <ac:spMk id="4" creationId="{7472CE88-C833-97BF-A6E0-5DFD9DC00078}"/>
          </ac:spMkLst>
        </pc:spChg>
        <pc:spChg chg="add mod">
          <ac:chgData name="touleen assad" userId="20755eea18c2c8cd" providerId="LiveId" clId="{7627F1AA-D8B5-4125-9FA9-2B20B0AB997E}" dt="2026-08-23T04:13:05.148" v="766" actId="1076"/>
          <ac:spMkLst>
            <pc:docMk/>
            <pc:sldMk cId="1603329997" sldId="385"/>
            <ac:spMk id="8" creationId="{804B914E-F1D4-6F0E-F3DA-7DD53E9C4A8B}"/>
          </ac:spMkLst>
        </pc:spChg>
        <pc:spChg chg="add mod">
          <ac:chgData name="touleen assad" userId="20755eea18c2c8cd" providerId="LiveId" clId="{7627F1AA-D8B5-4125-9FA9-2B20B0AB997E}" dt="2026-08-23T04:10:04.778" v="733" actId="207"/>
          <ac:spMkLst>
            <pc:docMk/>
            <pc:sldMk cId="1603329997" sldId="385"/>
            <ac:spMk id="10" creationId="{C0F31760-53A9-80FE-3397-721B9227B7DB}"/>
          </ac:spMkLst>
        </pc:spChg>
        <pc:spChg chg="add mod">
          <ac:chgData name="touleen assad" userId="20755eea18c2c8cd" providerId="LiveId" clId="{7627F1AA-D8B5-4125-9FA9-2B20B0AB997E}" dt="2026-08-23T04:13:20.863" v="769" actId="1076"/>
          <ac:spMkLst>
            <pc:docMk/>
            <pc:sldMk cId="1603329997" sldId="385"/>
            <ac:spMk id="12" creationId="{70665186-DB5E-60BF-65F4-F5FD7AF0293A}"/>
          </ac:spMkLst>
        </pc:spChg>
        <pc:spChg chg="add mod">
          <ac:chgData name="touleen assad" userId="20755eea18c2c8cd" providerId="LiveId" clId="{7627F1AA-D8B5-4125-9FA9-2B20B0AB997E}" dt="2026-08-23T04:13:10.085" v="767" actId="1076"/>
          <ac:spMkLst>
            <pc:docMk/>
            <pc:sldMk cId="1603329997" sldId="385"/>
            <ac:spMk id="14" creationId="{AC7D0A07-8A9C-7FD9-DBDB-17C01217A421}"/>
          </ac:spMkLst>
        </pc:spChg>
      </pc:sldChg>
      <pc:sldChg chg="addSp delSp modSp new del mod">
        <pc:chgData name="touleen assad" userId="20755eea18c2c8cd" providerId="LiveId" clId="{7627F1AA-D8B5-4125-9FA9-2B20B0AB997E}" dt="2026-08-29T18:40:51.807" v="867" actId="2696"/>
        <pc:sldMkLst>
          <pc:docMk/>
          <pc:sldMk cId="1850473578" sldId="386"/>
        </pc:sldMkLst>
        <pc:spChg chg="add mod">
          <ac:chgData name="touleen assad" userId="20755eea18c2c8cd" providerId="LiveId" clId="{7627F1AA-D8B5-4125-9FA9-2B20B0AB997E}" dt="2026-08-29T18:17:15.631" v="813" actId="1076"/>
          <ac:spMkLst>
            <pc:docMk/>
            <pc:sldMk cId="1850473578" sldId="386"/>
            <ac:spMk id="4" creationId="{8B9EF881-84F3-F6F9-8ED3-B5A9DFA6859C}"/>
          </ac:spMkLst>
        </pc:spChg>
        <pc:spChg chg="add mod">
          <ac:chgData name="touleen assad" userId="20755eea18c2c8cd" providerId="LiveId" clId="{7627F1AA-D8B5-4125-9FA9-2B20B0AB997E}" dt="2026-08-29T18:17:50.729" v="815" actId="20577"/>
          <ac:spMkLst>
            <pc:docMk/>
            <pc:sldMk cId="1850473578" sldId="386"/>
            <ac:spMk id="6" creationId="{1FBE2E0C-EA41-091E-2AC4-0922BA3A3FF4}"/>
          </ac:spMkLst>
        </pc:spChg>
        <pc:spChg chg="add del mod">
          <ac:chgData name="touleen assad" userId="20755eea18c2c8cd" providerId="LiveId" clId="{7627F1AA-D8B5-4125-9FA9-2B20B0AB997E}" dt="2026-08-29T18:10:52.760" v="810" actId="478"/>
          <ac:spMkLst>
            <pc:docMk/>
            <pc:sldMk cId="1850473578" sldId="386"/>
            <ac:spMk id="10" creationId="{790EAFA7-F7E2-1FA8-848A-9CD141A43701}"/>
          </ac:spMkLst>
        </pc:spChg>
        <pc:spChg chg="add mod">
          <ac:chgData name="touleen assad" userId="20755eea18c2c8cd" providerId="LiveId" clId="{7627F1AA-D8B5-4125-9FA9-2B20B0AB997E}" dt="2026-08-29T18:18:39.109" v="840" actId="207"/>
          <ac:spMkLst>
            <pc:docMk/>
            <pc:sldMk cId="1850473578" sldId="386"/>
            <ac:spMk id="11" creationId="{FD0FFC13-4E88-505E-EECD-793E9D6E1B80}"/>
          </ac:spMkLst>
        </pc:spChg>
        <pc:picChg chg="add del">
          <ac:chgData name="touleen assad" userId="20755eea18c2c8cd" providerId="LiveId" clId="{7627F1AA-D8B5-4125-9FA9-2B20B0AB997E}" dt="2026-08-29T18:10:08.995" v="783" actId="22"/>
          <ac:picMkLst>
            <pc:docMk/>
            <pc:sldMk cId="1850473578" sldId="386"/>
            <ac:picMk id="8" creationId="{E5F7056B-9F50-E5C4-9509-122F94683B46}"/>
          </ac:picMkLst>
        </pc:picChg>
      </pc:sldChg>
      <pc:sldChg chg="delSp modSp add mod">
        <pc:chgData name="touleen assad" userId="20755eea18c2c8cd" providerId="LiveId" clId="{7627F1AA-D8B5-4125-9FA9-2B20B0AB997E}" dt="2026-08-29T19:01:35.127" v="939" actId="1076"/>
        <pc:sldMkLst>
          <pc:docMk/>
          <pc:sldMk cId="0" sldId="387"/>
        </pc:sldMkLst>
        <pc:spChg chg="mod">
          <ac:chgData name="touleen assad" userId="20755eea18c2c8cd" providerId="LiveId" clId="{7627F1AA-D8B5-4125-9FA9-2B20B0AB997E}" dt="2026-08-29T18:40:16.571" v="864" actId="207"/>
          <ac:spMkLst>
            <pc:docMk/>
            <pc:sldMk cId="0" sldId="387"/>
            <ac:spMk id="1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01:35.127" v="939" actId="1076"/>
          <ac:spMkLst>
            <pc:docMk/>
            <pc:sldMk cId="0" sldId="387"/>
            <ac:spMk id="1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0:20.693" v="865" actId="207"/>
          <ac:spMkLst>
            <pc:docMk/>
            <pc:sldMk cId="0" sldId="387"/>
            <ac:spMk id="14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2:18.584" v="876" actId="207"/>
          <ac:spMkLst>
            <pc:docMk/>
            <pc:sldMk cId="0" sldId="387"/>
            <ac:spMk id="1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2:14.879" v="875" actId="207"/>
          <ac:spMkLst>
            <pc:docMk/>
            <pc:sldMk cId="0" sldId="387"/>
            <ac:spMk id="17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18:40:00.172" v="860" actId="478"/>
          <ac:picMkLst>
            <pc:docMk/>
            <pc:sldMk cId="0" sldId="387"/>
            <ac:picMk id="2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18:41:33.046" v="872"/>
          <ac:picMkLst>
            <pc:docMk/>
            <pc:sldMk cId="0" sldId="387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8:40:25.644" v="866" actId="478"/>
          <ac:picMkLst>
            <pc:docMk/>
            <pc:sldMk cId="0" sldId="387"/>
            <ac:picMk id="4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8:40:02.661" v="861" actId="478"/>
          <ac:picMkLst>
            <pc:docMk/>
            <pc:sldMk cId="0" sldId="387"/>
            <ac:picMk id="7" creationId="{00000000-0000-0000-0000-000000000000}"/>
          </ac:picMkLst>
        </pc:picChg>
        <pc:picChg chg="del mod">
          <ac:chgData name="touleen assad" userId="20755eea18c2c8cd" providerId="LiveId" clId="{7627F1AA-D8B5-4125-9FA9-2B20B0AB997E}" dt="2026-08-29T18:41:05.662" v="869" actId="478"/>
          <ac:picMkLst>
            <pc:docMk/>
            <pc:sldMk cId="0" sldId="387"/>
            <ac:picMk id="10" creationId="{00000000-0000-0000-0000-000000000000}"/>
          </ac:picMkLst>
        </pc:picChg>
      </pc:sldChg>
      <pc:sldChg chg="addSp delSp modSp new add del mod ord">
        <pc:chgData name="touleen assad" userId="20755eea18c2c8cd" providerId="LiveId" clId="{7627F1AA-D8B5-4125-9FA9-2B20B0AB997E}" dt="2026-08-29T21:22:52.447" v="1538" actId="2696"/>
        <pc:sldMkLst>
          <pc:docMk/>
          <pc:sldMk cId="2132341616" sldId="388"/>
        </pc:sldMkLst>
        <pc:spChg chg="add">
          <ac:chgData name="touleen assad" userId="20755eea18c2c8cd" providerId="LiveId" clId="{7627F1AA-D8B5-4125-9FA9-2B20B0AB997E}" dt="2026-08-29T18:29:19.562" v="842" actId="22"/>
          <ac:spMkLst>
            <pc:docMk/>
            <pc:sldMk cId="2132341616" sldId="388"/>
            <ac:spMk id="36" creationId="{480A249A-D43B-A258-142E-496BC15582FC}"/>
          </ac:spMkLst>
        </pc:spChg>
        <pc:spChg chg="add mod">
          <ac:chgData name="touleen assad" userId="20755eea18c2c8cd" providerId="LiveId" clId="{7627F1AA-D8B5-4125-9FA9-2B20B0AB997E}" dt="2026-08-29T20:40:50.823" v="1312" actId="20577"/>
          <ac:spMkLst>
            <pc:docMk/>
            <pc:sldMk cId="2132341616" sldId="388"/>
            <ac:spMk id="38" creationId="{E5912AA3-84EC-A72A-FA20-2AA5BAA110CC}"/>
          </ac:spMkLst>
        </pc:spChg>
        <pc:spChg chg="add mod">
          <ac:chgData name="touleen assad" userId="20755eea18c2c8cd" providerId="LiveId" clId="{7627F1AA-D8B5-4125-9FA9-2B20B0AB997E}" dt="2026-08-29T20:40:57.184" v="1313" actId="6549"/>
          <ac:spMkLst>
            <pc:docMk/>
            <pc:sldMk cId="2132341616" sldId="388"/>
            <ac:spMk id="40" creationId="{E0983F2E-C52E-E97F-7362-DE1C70BA0FFD}"/>
          </ac:spMkLst>
        </pc:spChg>
        <pc:spChg chg="add">
          <ac:chgData name="touleen assad" userId="20755eea18c2c8cd" providerId="LiveId" clId="{7627F1AA-D8B5-4125-9FA9-2B20B0AB997E}" dt="2026-08-29T18:29:19.562" v="842" actId="22"/>
          <ac:spMkLst>
            <pc:docMk/>
            <pc:sldMk cId="2132341616" sldId="388"/>
            <ac:spMk id="42" creationId="{AEB2F9C2-01F6-AFE1-8DFA-D38C9ACCFE10}"/>
          </ac:spMkLst>
        </pc:spChg>
        <pc:spChg chg="add mod">
          <ac:chgData name="touleen assad" userId="20755eea18c2c8cd" providerId="LiveId" clId="{7627F1AA-D8B5-4125-9FA9-2B20B0AB997E}" dt="2026-08-29T18:30:15.909" v="846" actId="207"/>
          <ac:spMkLst>
            <pc:docMk/>
            <pc:sldMk cId="2132341616" sldId="388"/>
            <ac:spMk id="44" creationId="{C37B91AA-DEBA-7ECD-7B44-38C2619F2926}"/>
          </ac:spMkLst>
        </pc:spChg>
        <pc:spChg chg="add">
          <ac:chgData name="touleen assad" userId="20755eea18c2c8cd" providerId="LiveId" clId="{7627F1AA-D8B5-4125-9FA9-2B20B0AB997E}" dt="2026-08-29T18:29:19.562" v="842" actId="22"/>
          <ac:spMkLst>
            <pc:docMk/>
            <pc:sldMk cId="2132341616" sldId="388"/>
            <ac:spMk id="46" creationId="{AC3E858C-64C8-FC02-5722-D78EC3D72703}"/>
          </ac:spMkLst>
        </pc:spChg>
        <pc:spChg chg="add mod">
          <ac:chgData name="touleen assad" userId="20755eea18c2c8cd" providerId="LiveId" clId="{7627F1AA-D8B5-4125-9FA9-2B20B0AB997E}" dt="2026-08-29T18:30:37.478" v="853" actId="20577"/>
          <ac:spMkLst>
            <pc:docMk/>
            <pc:sldMk cId="2132341616" sldId="388"/>
            <ac:spMk id="48" creationId="{7C419230-E019-C153-CE45-865B7D199DC1}"/>
          </ac:spMkLst>
        </pc:spChg>
        <pc:spChg chg="add">
          <ac:chgData name="touleen assad" userId="20755eea18c2c8cd" providerId="LiveId" clId="{7627F1AA-D8B5-4125-9FA9-2B20B0AB997E}" dt="2026-08-29T18:29:19.562" v="842" actId="22"/>
          <ac:spMkLst>
            <pc:docMk/>
            <pc:sldMk cId="2132341616" sldId="388"/>
            <ac:spMk id="50" creationId="{FE0D1D23-46AE-AE30-A3A1-806B49974800}"/>
          </ac:spMkLst>
        </pc:spChg>
        <pc:spChg chg="add mod">
          <ac:chgData name="touleen assad" userId="20755eea18c2c8cd" providerId="LiveId" clId="{7627F1AA-D8B5-4125-9FA9-2B20B0AB997E}" dt="2026-08-29T18:30:19.786" v="847" actId="207"/>
          <ac:spMkLst>
            <pc:docMk/>
            <pc:sldMk cId="2132341616" sldId="388"/>
            <ac:spMk id="52" creationId="{819958F2-68ED-11D1-4230-F58F4EA49083}"/>
          </ac:spMkLst>
        </pc:spChg>
        <pc:spChg chg="add mod">
          <ac:chgData name="touleen assad" userId="20755eea18c2c8cd" providerId="LiveId" clId="{7627F1AA-D8B5-4125-9FA9-2B20B0AB997E}" dt="2026-08-29T18:30:45.214" v="854" actId="207"/>
          <ac:spMkLst>
            <pc:docMk/>
            <pc:sldMk cId="2132341616" sldId="388"/>
            <ac:spMk id="56" creationId="{B102D254-B405-FE09-8157-9FDF419E05FD}"/>
          </ac:spMkLst>
        </pc:spChg>
        <pc:picChg chg="del">
          <ac:chgData name="touleen assad" userId="20755eea18c2c8cd" providerId="LiveId" clId="{7627F1AA-D8B5-4125-9FA9-2B20B0AB997E}" dt="2026-08-29T18:29:46.345" v="843" actId="478"/>
          <ac:picMkLst>
            <pc:docMk/>
            <pc:sldMk cId="2132341616" sldId="388"/>
            <ac:picMk id="4" creationId="{40FD5DA1-7330-3981-9BDF-0411F0CCD55C}"/>
          </ac:picMkLst>
        </pc:picChg>
        <pc:picChg chg="del">
          <ac:chgData name="touleen assad" userId="20755eea18c2c8cd" providerId="LiveId" clId="{7627F1AA-D8B5-4125-9FA9-2B20B0AB997E}" dt="2026-08-29T18:39:48.649" v="859" actId="478"/>
          <ac:picMkLst>
            <pc:docMk/>
            <pc:sldMk cId="2132341616" sldId="388"/>
            <ac:picMk id="22" creationId="{46859BA1-5A28-3AB9-9761-191F795FDD2D}"/>
          </ac:picMkLst>
        </pc:picChg>
        <pc:picChg chg="mod">
          <ac:chgData name="touleen assad" userId="20755eea18c2c8cd" providerId="LiveId" clId="{7627F1AA-D8B5-4125-9FA9-2B20B0AB997E}" dt="2026-08-29T19:01:03.789" v="936"/>
          <ac:picMkLst>
            <pc:docMk/>
            <pc:sldMk cId="2132341616" sldId="388"/>
            <ac:picMk id="34" creationId="{B921246F-D3FC-43BE-EBAB-FFF4B64B8769}"/>
          </ac:picMkLst>
        </pc:picChg>
      </pc:sldChg>
      <pc:sldChg chg="addSp delSp modSp add del mod">
        <pc:chgData name="touleen assad" userId="20755eea18c2c8cd" providerId="LiveId" clId="{7627F1AA-D8B5-4125-9FA9-2B20B0AB997E}" dt="2026-08-29T21:22:52.447" v="1538" actId="2696"/>
        <pc:sldMkLst>
          <pc:docMk/>
          <pc:sldMk cId="0" sldId="389"/>
        </pc:sldMkLst>
        <pc:spChg chg="mod">
          <ac:chgData name="touleen assad" userId="20755eea18c2c8cd" providerId="LiveId" clId="{7627F1AA-D8B5-4125-9FA9-2B20B0AB997E}" dt="2026-08-29T18:46:10.207" v="906" actId="20577"/>
          <ac:spMkLst>
            <pc:docMk/>
            <pc:sldMk cId="0" sldId="389"/>
            <ac:spMk id="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3:27.531" v="885" actId="207"/>
          <ac:spMkLst>
            <pc:docMk/>
            <pc:sldMk cId="0" sldId="389"/>
            <ac:spMk id="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3:23.172" v="884" actId="207"/>
          <ac:spMkLst>
            <pc:docMk/>
            <pc:sldMk cId="0" sldId="389"/>
            <ac:spMk id="10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3:27.531" v="885" actId="207"/>
          <ac:spMkLst>
            <pc:docMk/>
            <pc:sldMk cId="0" sldId="389"/>
            <ac:spMk id="1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3:27.531" v="885" actId="207"/>
          <ac:spMkLst>
            <pc:docMk/>
            <pc:sldMk cId="0" sldId="389"/>
            <ac:spMk id="1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3:27.531" v="885" actId="207"/>
          <ac:spMkLst>
            <pc:docMk/>
            <pc:sldMk cId="0" sldId="389"/>
            <ac:spMk id="1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3:06.424" v="880" actId="207"/>
          <ac:spMkLst>
            <pc:docMk/>
            <pc:sldMk cId="0" sldId="389"/>
            <ac:spMk id="1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3:27.531" v="885" actId="207"/>
          <ac:spMkLst>
            <pc:docMk/>
            <pc:sldMk cId="0" sldId="389"/>
            <ac:spMk id="1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3:09.505" v="881" actId="207"/>
          <ac:spMkLst>
            <pc:docMk/>
            <pc:sldMk cId="0" sldId="389"/>
            <ac:spMk id="20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3:27.531" v="885" actId="207"/>
          <ac:spMkLst>
            <pc:docMk/>
            <pc:sldMk cId="0" sldId="389"/>
            <ac:spMk id="2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3:27.531" v="885" actId="207"/>
          <ac:spMkLst>
            <pc:docMk/>
            <pc:sldMk cId="0" sldId="389"/>
            <ac:spMk id="2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3:27.531" v="885" actId="207"/>
          <ac:spMkLst>
            <pc:docMk/>
            <pc:sldMk cId="0" sldId="389"/>
            <ac:spMk id="24" creationId="{00000000-0000-0000-0000-000000000000}"/>
          </ac:spMkLst>
        </pc:spChg>
        <pc:spChg chg="mod ord">
          <ac:chgData name="touleen assad" userId="20755eea18c2c8cd" providerId="LiveId" clId="{7627F1AA-D8B5-4125-9FA9-2B20B0AB997E}" dt="2026-08-29T18:45:22.787" v="895" actId="207"/>
          <ac:spMkLst>
            <pc:docMk/>
            <pc:sldMk cId="0" sldId="389"/>
            <ac:spMk id="2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45:29.188" v="897" actId="207"/>
          <ac:spMkLst>
            <pc:docMk/>
            <pc:sldMk cId="0" sldId="389"/>
            <ac:spMk id="26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18:42:59.553" v="879" actId="478"/>
          <ac:picMkLst>
            <pc:docMk/>
            <pc:sldMk cId="0" sldId="389"/>
            <ac:picMk id="2" creationId="{00000000-0000-0000-0000-000000000000}"/>
          </ac:picMkLst>
        </pc:picChg>
        <pc:picChg chg="add del mod ord">
          <ac:chgData name="touleen assad" userId="20755eea18c2c8cd" providerId="LiveId" clId="{7627F1AA-D8B5-4125-9FA9-2B20B0AB997E}" dt="2026-08-29T18:45:10.149" v="894" actId="478"/>
          <ac:picMkLst>
            <pc:docMk/>
            <pc:sldMk cId="0" sldId="389"/>
            <ac:picMk id="28" creationId="{BBFECEEE-9F3A-EDB3-C8B0-E6200B48D1F5}"/>
          </ac:picMkLst>
        </pc:picChg>
      </pc:sldChg>
      <pc:sldChg chg="delSp modSp add mod ord">
        <pc:chgData name="touleen assad" userId="20755eea18c2c8cd" providerId="LiveId" clId="{7627F1AA-D8B5-4125-9FA9-2B20B0AB997E}" dt="2026-08-29T20:41:32.996" v="1315"/>
        <pc:sldMkLst>
          <pc:docMk/>
          <pc:sldMk cId="0" sldId="390"/>
        </pc:sldMkLst>
        <pc:spChg chg="mod">
          <ac:chgData name="touleen assad" userId="20755eea18c2c8cd" providerId="LiveId" clId="{7627F1AA-D8B5-4125-9FA9-2B20B0AB997E}" dt="2026-08-29T18:59:38.724" v="925" actId="113"/>
          <ac:spMkLst>
            <pc:docMk/>
            <pc:sldMk cId="0" sldId="390"/>
            <ac:spMk id="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59:34.587" v="924" actId="1076"/>
          <ac:spMkLst>
            <pc:docMk/>
            <pc:sldMk cId="0" sldId="390"/>
            <ac:spMk id="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59:41.973" v="926" actId="1076"/>
          <ac:spMkLst>
            <pc:docMk/>
            <pc:sldMk cId="0" sldId="390"/>
            <ac:spMk id="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59:44.942" v="927" actId="1076"/>
          <ac:spMkLst>
            <pc:docMk/>
            <pc:sldMk cId="0" sldId="390"/>
            <ac:spMk id="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59:47.925" v="928" actId="1076"/>
          <ac:spMkLst>
            <pc:docMk/>
            <pc:sldMk cId="0" sldId="390"/>
            <ac:spMk id="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8:59:50.454" v="929" actId="1076"/>
          <ac:spMkLst>
            <pc:docMk/>
            <pc:sldMk cId="0" sldId="390"/>
            <ac:spMk id="10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18:58:49.667" v="914" actId="478"/>
          <ac:picMkLst>
            <pc:docMk/>
            <pc:sldMk cId="0" sldId="390"/>
            <ac:picMk id="2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19:00:07.025" v="931"/>
          <ac:picMkLst>
            <pc:docMk/>
            <pc:sldMk cId="0" sldId="390"/>
            <ac:picMk id="3" creationId="{00000000-0000-0000-0000-000000000000}"/>
          </ac:picMkLst>
        </pc:picChg>
      </pc:sldChg>
      <pc:sldChg chg="delSp modSp add mod">
        <pc:chgData name="touleen assad" userId="20755eea18c2c8cd" providerId="LiveId" clId="{7627F1AA-D8B5-4125-9FA9-2B20B0AB997E}" dt="2026-08-29T19:13:14.466" v="1028" actId="478"/>
        <pc:sldMkLst>
          <pc:docMk/>
          <pc:sldMk cId="0" sldId="391"/>
        </pc:sldMkLst>
        <pc:spChg chg="mod">
          <ac:chgData name="touleen assad" userId="20755eea18c2c8cd" providerId="LiveId" clId="{7627F1AA-D8B5-4125-9FA9-2B20B0AB997E}" dt="2026-08-29T19:13:04.408" v="1027" actId="1076"/>
          <ac:spMkLst>
            <pc:docMk/>
            <pc:sldMk cId="0" sldId="391"/>
            <ac:spMk id="24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0:38.388" v="1000" actId="207"/>
          <ac:spMkLst>
            <pc:docMk/>
            <pc:sldMk cId="0" sldId="391"/>
            <ac:spMk id="2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0:42.909" v="1001" actId="207"/>
          <ac:spMkLst>
            <pc:docMk/>
            <pc:sldMk cId="0" sldId="391"/>
            <ac:spMk id="2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2:02.080" v="1021" actId="121"/>
          <ac:spMkLst>
            <pc:docMk/>
            <pc:sldMk cId="0" sldId="391"/>
            <ac:spMk id="2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0:52.735" v="1004" actId="207"/>
          <ac:spMkLst>
            <pc:docMk/>
            <pc:sldMk cId="0" sldId="391"/>
            <ac:spMk id="2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0:56.655" v="1005" actId="207"/>
          <ac:spMkLst>
            <pc:docMk/>
            <pc:sldMk cId="0" sldId="391"/>
            <ac:spMk id="30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1:38.749" v="1015" actId="1076"/>
          <ac:spMkLst>
            <pc:docMk/>
            <pc:sldMk cId="0" sldId="391"/>
            <ac:spMk id="3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0:15.135" v="994" actId="207"/>
          <ac:spMkLst>
            <pc:docMk/>
            <pc:sldMk cId="0" sldId="391"/>
            <ac:spMk id="3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0:21.562" v="996" actId="207"/>
          <ac:spMkLst>
            <pc:docMk/>
            <pc:sldMk cId="0" sldId="391"/>
            <ac:spMk id="34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1:55.543" v="1019" actId="121"/>
          <ac:spMkLst>
            <pc:docMk/>
            <pc:sldMk cId="0" sldId="391"/>
            <ac:spMk id="3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1:07.261" v="1007" actId="207"/>
          <ac:spMkLst>
            <pc:docMk/>
            <pc:sldMk cId="0" sldId="391"/>
            <ac:spMk id="3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1:11.161" v="1008" actId="207"/>
          <ac:spMkLst>
            <pc:docMk/>
            <pc:sldMk cId="0" sldId="391"/>
            <ac:spMk id="3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1:46.193" v="1017" actId="121"/>
          <ac:spMkLst>
            <pc:docMk/>
            <pc:sldMk cId="0" sldId="391"/>
            <ac:spMk id="3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2:11.945" v="1022" actId="1076"/>
          <ac:spMkLst>
            <pc:docMk/>
            <pc:sldMk cId="0" sldId="391"/>
            <ac:spMk id="41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19:10:06.460" v="992" actId="478"/>
          <ac:picMkLst>
            <pc:docMk/>
            <pc:sldMk cId="0" sldId="391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10:07.999" v="993" actId="478"/>
          <ac:picMkLst>
            <pc:docMk/>
            <pc:sldMk cId="0" sldId="391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12:15.785" v="1023" actId="478"/>
          <ac:picMkLst>
            <pc:docMk/>
            <pc:sldMk cId="0" sldId="391"/>
            <ac:picMk id="4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13:14.466" v="1028" actId="478"/>
          <ac:picMkLst>
            <pc:docMk/>
            <pc:sldMk cId="0" sldId="391"/>
            <ac:picMk id="8" creationId="{00000000-0000-0000-0000-000000000000}"/>
          </ac:picMkLst>
        </pc:picChg>
      </pc:sldChg>
      <pc:sldChg chg="delSp modSp add mod">
        <pc:chgData name="touleen assad" userId="20755eea18c2c8cd" providerId="LiveId" clId="{7627F1AA-D8B5-4125-9FA9-2B20B0AB997E}" dt="2026-08-29T19:21:55.296" v="1066" actId="478"/>
        <pc:sldMkLst>
          <pc:docMk/>
          <pc:sldMk cId="0" sldId="392"/>
        </pc:sldMkLst>
        <pc:spChg chg="mod">
          <ac:chgData name="touleen assad" userId="20755eea18c2c8cd" providerId="LiveId" clId="{7627F1AA-D8B5-4125-9FA9-2B20B0AB997E}" dt="2026-08-29T19:21:52.491" v="1064" actId="1076"/>
          <ac:spMkLst>
            <pc:docMk/>
            <pc:sldMk cId="0" sldId="392"/>
            <ac:spMk id="2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1:10.385" v="1056" actId="207"/>
          <ac:spMkLst>
            <pc:docMk/>
            <pc:sldMk cId="0" sldId="392"/>
            <ac:spMk id="2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1:15.167" v="1057" actId="207"/>
          <ac:spMkLst>
            <pc:docMk/>
            <pc:sldMk cId="0" sldId="392"/>
            <ac:spMk id="30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0:35.386" v="1052" actId="207"/>
          <ac:spMkLst>
            <pc:docMk/>
            <pc:sldMk cId="0" sldId="392"/>
            <ac:spMk id="3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0:40.312" v="1053" actId="207"/>
          <ac:spMkLst>
            <pc:docMk/>
            <pc:sldMk cId="0" sldId="392"/>
            <ac:spMk id="3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0:45.876" v="1054" actId="207"/>
          <ac:spMkLst>
            <pc:docMk/>
            <pc:sldMk cId="0" sldId="392"/>
            <ac:spMk id="34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0:56.526" v="1055" actId="207"/>
          <ac:spMkLst>
            <pc:docMk/>
            <pc:sldMk cId="0" sldId="392"/>
            <ac:spMk id="3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0:04.036" v="1046" actId="207"/>
          <ac:spMkLst>
            <pc:docMk/>
            <pc:sldMk cId="0" sldId="392"/>
            <ac:spMk id="3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0:08.385" v="1047" actId="207"/>
          <ac:spMkLst>
            <pc:docMk/>
            <pc:sldMk cId="0" sldId="392"/>
            <ac:spMk id="3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0:17.099" v="1048" actId="207"/>
          <ac:spMkLst>
            <pc:docMk/>
            <pc:sldMk cId="0" sldId="392"/>
            <ac:spMk id="3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0:23.391" v="1050" actId="207"/>
          <ac:spMkLst>
            <pc:docMk/>
            <pc:sldMk cId="0" sldId="392"/>
            <ac:spMk id="40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0:28.723" v="1051" actId="207"/>
          <ac:spMkLst>
            <pc:docMk/>
            <pc:sldMk cId="0" sldId="392"/>
            <ac:spMk id="4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9:29.091" v="1038" actId="207"/>
          <ac:spMkLst>
            <pc:docMk/>
            <pc:sldMk cId="0" sldId="392"/>
            <ac:spMk id="4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9:33.137" v="1039" actId="207"/>
          <ac:spMkLst>
            <pc:docMk/>
            <pc:sldMk cId="0" sldId="392"/>
            <ac:spMk id="4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9:36.975" v="1040" actId="207"/>
          <ac:spMkLst>
            <pc:docMk/>
            <pc:sldMk cId="0" sldId="392"/>
            <ac:spMk id="4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9:53.028" v="1044" actId="207"/>
          <ac:spMkLst>
            <pc:docMk/>
            <pc:sldMk cId="0" sldId="392"/>
            <ac:spMk id="4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9:40.119" v="1041" actId="207"/>
          <ac:spMkLst>
            <pc:docMk/>
            <pc:sldMk cId="0" sldId="392"/>
            <ac:spMk id="4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9:44.703" v="1042" actId="207"/>
          <ac:spMkLst>
            <pc:docMk/>
            <pc:sldMk cId="0" sldId="392"/>
            <ac:spMk id="4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8:53.944" v="1033" actId="207"/>
          <ac:spMkLst>
            <pc:docMk/>
            <pc:sldMk cId="0" sldId="392"/>
            <ac:spMk id="4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18:56.730" v="1034" actId="207"/>
          <ac:spMkLst>
            <pc:docMk/>
            <pc:sldMk cId="0" sldId="392"/>
            <ac:spMk id="5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1:22.909" v="1058" actId="1076"/>
          <ac:spMkLst>
            <pc:docMk/>
            <pc:sldMk cId="0" sldId="392"/>
            <ac:spMk id="5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1:26" v="1059" actId="1076"/>
          <ac:spMkLst>
            <pc:docMk/>
            <pc:sldMk cId="0" sldId="392"/>
            <ac:spMk id="5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19:21:46.279" v="1063" actId="1076"/>
          <ac:spMkLst>
            <pc:docMk/>
            <pc:sldMk cId="0" sldId="392"/>
            <ac:spMk id="54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19:18:42.445" v="1030" actId="478"/>
          <ac:picMkLst>
            <pc:docMk/>
            <pc:sldMk cId="0" sldId="392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18:45.004" v="1031" actId="478"/>
          <ac:picMkLst>
            <pc:docMk/>
            <pc:sldMk cId="0" sldId="392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21:53.905" v="1065" actId="478"/>
          <ac:picMkLst>
            <pc:docMk/>
            <pc:sldMk cId="0" sldId="392"/>
            <ac:picMk id="4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21:55.296" v="1066" actId="478"/>
          <ac:picMkLst>
            <pc:docMk/>
            <pc:sldMk cId="0" sldId="392"/>
            <ac:picMk id="5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21:29.306" v="1061" actId="478"/>
          <ac:picMkLst>
            <pc:docMk/>
            <pc:sldMk cId="0" sldId="392"/>
            <ac:picMk id="18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19:21:27.879" v="1060" actId="478"/>
          <ac:picMkLst>
            <pc:docMk/>
            <pc:sldMk cId="0" sldId="392"/>
            <ac:picMk id="19" creationId="{00000000-0000-0000-0000-000000000000}"/>
          </ac:picMkLst>
        </pc:picChg>
      </pc:sldChg>
      <pc:sldChg chg="delSp modSp add del mod">
        <pc:chgData name="touleen assad" userId="20755eea18c2c8cd" providerId="LiveId" clId="{7627F1AA-D8B5-4125-9FA9-2B20B0AB997E}" dt="2026-08-29T21:22:52.447" v="1538" actId="2696"/>
        <pc:sldMkLst>
          <pc:docMk/>
          <pc:sldMk cId="0" sldId="393"/>
        </pc:sldMkLst>
        <pc:spChg chg="mod">
          <ac:chgData name="touleen assad" userId="20755eea18c2c8cd" providerId="LiveId" clId="{7627F1AA-D8B5-4125-9FA9-2B20B0AB997E}" dt="2026-08-29T20:35:12.336" v="1286" actId="121"/>
          <ac:spMkLst>
            <pc:docMk/>
            <pc:sldMk cId="0" sldId="393"/>
            <ac:spMk id="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35:15.845" v="1288" actId="121"/>
          <ac:spMkLst>
            <pc:docMk/>
            <pc:sldMk cId="0" sldId="393"/>
            <ac:spMk id="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35:20.586" v="1290" actId="782"/>
          <ac:spMkLst>
            <pc:docMk/>
            <pc:sldMk cId="0" sldId="393"/>
            <ac:spMk id="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35:25.755" v="1292" actId="121"/>
          <ac:spMkLst>
            <pc:docMk/>
            <pc:sldMk cId="0" sldId="393"/>
            <ac:spMk id="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35:30.929" v="1294" actId="121"/>
          <ac:spMkLst>
            <pc:docMk/>
            <pc:sldMk cId="0" sldId="393"/>
            <ac:spMk id="10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3:25.300" v="1441" actId="20577"/>
          <ac:spMkLst>
            <pc:docMk/>
            <pc:sldMk cId="0" sldId="393"/>
            <ac:spMk id="1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34:23.541" v="1275" actId="207"/>
          <ac:spMkLst>
            <pc:docMk/>
            <pc:sldMk cId="0" sldId="393"/>
            <ac:spMk id="1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1:44.279" v="1316" actId="20577"/>
          <ac:spMkLst>
            <pc:docMk/>
            <pc:sldMk cId="0" sldId="393"/>
            <ac:spMk id="15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20:34:14.290" v="1274" actId="478"/>
          <ac:picMkLst>
            <pc:docMk/>
            <pc:sldMk cId="0" sldId="393"/>
            <ac:picMk id="2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20:35:04.804" v="1284" actId="1076"/>
          <ac:picMkLst>
            <pc:docMk/>
            <pc:sldMk cId="0" sldId="393"/>
            <ac:picMk id="3" creationId="{00000000-0000-0000-0000-000000000000}"/>
          </ac:picMkLst>
        </pc:picChg>
      </pc:sldChg>
      <pc:sldChg chg="addSp delSp modSp add del mod">
        <pc:chgData name="touleen assad" userId="20755eea18c2c8cd" providerId="LiveId" clId="{7627F1AA-D8B5-4125-9FA9-2B20B0AB997E}" dt="2026-08-29T21:22:52.447" v="1538" actId="2696"/>
        <pc:sldMkLst>
          <pc:docMk/>
          <pc:sldMk cId="0" sldId="394"/>
        </pc:sldMkLst>
        <pc:spChg chg="mod">
          <ac:chgData name="touleen assad" userId="20755eea18c2c8cd" providerId="LiveId" clId="{7627F1AA-D8B5-4125-9FA9-2B20B0AB997E}" dt="2026-08-29T20:42:54.746" v="1319" actId="207"/>
          <ac:spMkLst>
            <pc:docMk/>
            <pc:sldMk cId="0" sldId="394"/>
            <ac:spMk id="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2:57.761" v="1320" actId="207"/>
          <ac:spMkLst>
            <pc:docMk/>
            <pc:sldMk cId="0" sldId="394"/>
            <ac:spMk id="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3:03.153" v="1322" actId="207"/>
          <ac:spMkLst>
            <pc:docMk/>
            <pc:sldMk cId="0" sldId="394"/>
            <ac:spMk id="12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20:42:48.387" v="1318" actId="478"/>
          <ac:picMkLst>
            <pc:docMk/>
            <pc:sldMk cId="0" sldId="394"/>
            <ac:picMk id="2" creationId="{00000000-0000-0000-0000-000000000000}"/>
          </ac:picMkLst>
        </pc:picChg>
        <pc:picChg chg="add del mod">
          <ac:chgData name="touleen assad" userId="20755eea18c2c8cd" providerId="LiveId" clId="{7627F1AA-D8B5-4125-9FA9-2B20B0AB997E}" dt="2026-08-29T20:44:35.786" v="1328" actId="692"/>
          <ac:picMkLst>
            <pc:docMk/>
            <pc:sldMk cId="0" sldId="394"/>
            <ac:picMk id="3" creationId="{00000000-0000-0000-0000-000000000000}"/>
          </ac:picMkLst>
        </pc:picChg>
      </pc:sldChg>
      <pc:sldChg chg="delSp modSp add del mod">
        <pc:chgData name="touleen assad" userId="20755eea18c2c8cd" providerId="LiveId" clId="{7627F1AA-D8B5-4125-9FA9-2B20B0AB997E}" dt="2026-08-29T21:22:52.447" v="1538" actId="2696"/>
        <pc:sldMkLst>
          <pc:docMk/>
          <pc:sldMk cId="0" sldId="395"/>
        </pc:sldMkLst>
        <pc:spChg chg="mod">
          <ac:chgData name="touleen assad" userId="20755eea18c2c8cd" providerId="LiveId" clId="{7627F1AA-D8B5-4125-9FA9-2B20B0AB997E}" dt="2026-08-29T20:45:22.127" v="1330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5:27.625" v="1332" actId="207"/>
          <ac:spMkLst>
            <pc:docMk/>
            <pc:sldMk cId="0" sldId="395"/>
            <ac:spMk id="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5:31.177" v="1333" actId="207"/>
          <ac:spMkLst>
            <pc:docMk/>
            <pc:sldMk cId="0" sldId="395"/>
            <ac:spMk id="10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20:45:16.759" v="1329" actId="478"/>
          <ac:picMkLst>
            <pc:docMk/>
            <pc:sldMk cId="0" sldId="395"/>
            <ac:picMk id="2" creationId="{00000000-0000-0000-0000-000000000000}"/>
          </ac:picMkLst>
        </pc:picChg>
      </pc:sldChg>
      <pc:sldChg chg="delSp modSp add del mod">
        <pc:chgData name="touleen assad" userId="20755eea18c2c8cd" providerId="LiveId" clId="{7627F1AA-D8B5-4125-9FA9-2B20B0AB997E}" dt="2026-08-29T21:22:52.447" v="1538" actId="2696"/>
        <pc:sldMkLst>
          <pc:docMk/>
          <pc:sldMk cId="0" sldId="396"/>
        </pc:sldMkLst>
        <pc:spChg chg="mod">
          <ac:chgData name="touleen assad" userId="20755eea18c2c8cd" providerId="LiveId" clId="{7627F1AA-D8B5-4125-9FA9-2B20B0AB997E}" dt="2026-08-29T20:46:03.310" v="1341" actId="207"/>
          <ac:spMkLst>
            <pc:docMk/>
            <pc:sldMk cId="0" sldId="396"/>
            <ac:spMk id="2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6:06.500" v="1342" actId="207"/>
          <ac:spMkLst>
            <pc:docMk/>
            <pc:sldMk cId="0" sldId="396"/>
            <ac:spMk id="2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6:09.397" v="1343" actId="207"/>
          <ac:spMkLst>
            <pc:docMk/>
            <pc:sldMk cId="0" sldId="396"/>
            <ac:spMk id="24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6:12.909" v="1344" actId="207"/>
          <ac:spMkLst>
            <pc:docMk/>
            <pc:sldMk cId="0" sldId="396"/>
            <ac:spMk id="2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6:16.475" v="1345" actId="207"/>
          <ac:spMkLst>
            <pc:docMk/>
            <pc:sldMk cId="0" sldId="396"/>
            <ac:spMk id="2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6:21.971" v="1346" actId="207"/>
          <ac:spMkLst>
            <pc:docMk/>
            <pc:sldMk cId="0" sldId="396"/>
            <ac:spMk id="2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5:44.150" v="1336" actId="207"/>
          <ac:spMkLst>
            <pc:docMk/>
            <pc:sldMk cId="0" sldId="396"/>
            <ac:spMk id="30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5:48.013" v="1337" actId="207"/>
          <ac:spMkLst>
            <pc:docMk/>
            <pc:sldMk cId="0" sldId="396"/>
            <ac:spMk id="3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5:57.202" v="1340" actId="207"/>
          <ac:spMkLst>
            <pc:docMk/>
            <pc:sldMk cId="0" sldId="396"/>
            <ac:spMk id="3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5:51.247" v="1338" actId="207"/>
          <ac:spMkLst>
            <pc:docMk/>
            <pc:sldMk cId="0" sldId="396"/>
            <ac:spMk id="37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20:45:34.799" v="1334" actId="478"/>
          <ac:picMkLst>
            <pc:docMk/>
            <pc:sldMk cId="0" sldId="396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48:41.995" v="1377" actId="478"/>
          <ac:picMkLst>
            <pc:docMk/>
            <pc:sldMk cId="0" sldId="396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48:43.028" v="1378" actId="478"/>
          <ac:picMkLst>
            <pc:docMk/>
            <pc:sldMk cId="0" sldId="396"/>
            <ac:picMk id="5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45:36.207" v="1335" actId="478"/>
          <ac:picMkLst>
            <pc:docMk/>
            <pc:sldMk cId="0" sldId="396"/>
            <ac:picMk id="11" creationId="{00000000-0000-0000-0000-000000000000}"/>
          </ac:picMkLst>
        </pc:picChg>
      </pc:sldChg>
      <pc:sldChg chg="delSp modSp add del mod">
        <pc:chgData name="touleen assad" userId="20755eea18c2c8cd" providerId="LiveId" clId="{7627F1AA-D8B5-4125-9FA9-2B20B0AB997E}" dt="2026-08-29T21:22:52.447" v="1538" actId="2696"/>
        <pc:sldMkLst>
          <pc:docMk/>
          <pc:sldMk cId="0" sldId="397"/>
        </pc:sldMkLst>
        <pc:spChg chg="mod">
          <ac:chgData name="touleen assad" userId="20755eea18c2c8cd" providerId="LiveId" clId="{7627F1AA-D8B5-4125-9FA9-2B20B0AB997E}" dt="2026-08-29T20:46:37.465" v="1348" actId="207"/>
          <ac:spMkLst>
            <pc:docMk/>
            <pc:sldMk cId="0" sldId="397"/>
            <ac:spMk id="14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6:53.534" v="1352" actId="207"/>
          <ac:spMkLst>
            <pc:docMk/>
            <pc:sldMk cId="0" sldId="397"/>
            <ac:spMk id="1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7:33.305" v="1358" actId="207"/>
          <ac:spMkLst>
            <pc:docMk/>
            <pc:sldMk cId="0" sldId="397"/>
            <ac:spMk id="1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7:36.401" v="1359" actId="207"/>
          <ac:spMkLst>
            <pc:docMk/>
            <pc:sldMk cId="0" sldId="397"/>
            <ac:spMk id="1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6:51.020" v="1351" actId="207"/>
          <ac:spMkLst>
            <pc:docMk/>
            <pc:sldMk cId="0" sldId="397"/>
            <ac:spMk id="20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7:25.300" v="1356" actId="207"/>
          <ac:spMkLst>
            <pc:docMk/>
            <pc:sldMk cId="0" sldId="397"/>
            <ac:spMk id="2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7:29.006" v="1357" actId="207"/>
          <ac:spMkLst>
            <pc:docMk/>
            <pc:sldMk cId="0" sldId="397"/>
            <ac:spMk id="2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6:44.767" v="1349" actId="207"/>
          <ac:spMkLst>
            <pc:docMk/>
            <pc:sldMk cId="0" sldId="397"/>
            <ac:spMk id="2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7:10.562" v="1353" actId="207"/>
          <ac:spMkLst>
            <pc:docMk/>
            <pc:sldMk cId="0" sldId="397"/>
            <ac:spMk id="24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7:17.412" v="1354" actId="207"/>
          <ac:spMkLst>
            <pc:docMk/>
            <pc:sldMk cId="0" sldId="397"/>
            <ac:spMk id="25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20:46:27.262" v="1347" actId="478"/>
          <ac:picMkLst>
            <pc:docMk/>
            <pc:sldMk cId="0" sldId="397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48:36.886" v="1375" actId="478"/>
          <ac:picMkLst>
            <pc:docMk/>
            <pc:sldMk cId="0" sldId="397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48:39.923" v="1376" actId="478"/>
          <ac:picMkLst>
            <pc:docMk/>
            <pc:sldMk cId="0" sldId="397"/>
            <ac:picMk id="5" creationId="{00000000-0000-0000-0000-000000000000}"/>
          </ac:picMkLst>
        </pc:picChg>
      </pc:sldChg>
      <pc:sldChg chg="delSp modSp add del mod">
        <pc:chgData name="touleen assad" userId="20755eea18c2c8cd" providerId="LiveId" clId="{7627F1AA-D8B5-4125-9FA9-2B20B0AB997E}" dt="2026-08-29T21:22:52.447" v="1538" actId="2696"/>
        <pc:sldMkLst>
          <pc:docMk/>
          <pc:sldMk cId="0" sldId="398"/>
        </pc:sldMkLst>
        <pc:spChg chg="mod">
          <ac:chgData name="touleen assad" userId="20755eea18c2c8cd" providerId="LiveId" clId="{7627F1AA-D8B5-4125-9FA9-2B20B0AB997E}" dt="2026-08-29T20:49:04.509" v="1382" actId="207"/>
          <ac:spMkLst>
            <pc:docMk/>
            <pc:sldMk cId="0" sldId="398"/>
            <ac:spMk id="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9:09.800" v="1383" actId="207"/>
          <ac:spMkLst>
            <pc:docMk/>
            <pc:sldMk cId="0" sldId="398"/>
            <ac:spMk id="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1:55.203" v="1413" actId="1076"/>
          <ac:spMkLst>
            <pc:docMk/>
            <pc:sldMk cId="0" sldId="398"/>
            <ac:spMk id="10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9:28.656" v="1386" actId="207"/>
          <ac:spMkLst>
            <pc:docMk/>
            <pc:sldMk cId="0" sldId="398"/>
            <ac:spMk id="1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1:53.121" v="1412" actId="1076"/>
          <ac:spMkLst>
            <pc:docMk/>
            <pc:sldMk cId="0" sldId="398"/>
            <ac:spMk id="1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49:56.439" v="1390" actId="207"/>
          <ac:spMkLst>
            <pc:docMk/>
            <pc:sldMk cId="0" sldId="398"/>
            <ac:spMk id="1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1:50.854" v="1411" actId="1076"/>
          <ac:spMkLst>
            <pc:docMk/>
            <pc:sldMk cId="0" sldId="398"/>
            <ac:spMk id="14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20:48:50.307" v="1379" actId="478"/>
          <ac:picMkLst>
            <pc:docMk/>
            <pc:sldMk cId="0" sldId="398"/>
            <ac:picMk id="2" creationId="{00000000-0000-0000-0000-000000000000}"/>
          </ac:picMkLst>
        </pc:picChg>
        <pc:picChg chg="mod">
          <ac:chgData name="touleen assad" userId="20755eea18c2c8cd" providerId="LiveId" clId="{7627F1AA-D8B5-4125-9FA9-2B20B0AB997E}" dt="2026-08-29T20:50:07.478" v="1392" actId="1076"/>
          <ac:picMkLst>
            <pc:docMk/>
            <pc:sldMk cId="0" sldId="398"/>
            <ac:picMk id="6" creationId="{00000000-0000-0000-0000-000000000000}"/>
          </ac:picMkLst>
        </pc:picChg>
      </pc:sldChg>
      <pc:sldChg chg="delSp modSp add del mod">
        <pc:chgData name="touleen assad" userId="20755eea18c2c8cd" providerId="LiveId" clId="{7627F1AA-D8B5-4125-9FA9-2B20B0AB997E}" dt="2026-08-29T21:22:52.447" v="1538" actId="2696"/>
        <pc:sldMkLst>
          <pc:docMk/>
          <pc:sldMk cId="0" sldId="399"/>
        </pc:sldMkLst>
        <pc:spChg chg="mod">
          <ac:chgData name="touleen assad" userId="20755eea18c2c8cd" providerId="LiveId" clId="{7627F1AA-D8B5-4125-9FA9-2B20B0AB997E}" dt="2026-08-29T20:52:21.885" v="1419" actId="207"/>
          <ac:spMkLst>
            <pc:docMk/>
            <pc:sldMk cId="0" sldId="399"/>
            <ac:spMk id="14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2:25.220" v="1420" actId="207"/>
          <ac:spMkLst>
            <pc:docMk/>
            <pc:sldMk cId="0" sldId="399"/>
            <ac:spMk id="1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2:28.614" v="1421" actId="207"/>
          <ac:spMkLst>
            <pc:docMk/>
            <pc:sldMk cId="0" sldId="399"/>
            <ac:spMk id="16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2:31.607" v="1422" actId="207"/>
          <ac:spMkLst>
            <pc:docMk/>
            <pc:sldMk cId="0" sldId="399"/>
            <ac:spMk id="1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2:06.111" v="1415" actId="207"/>
          <ac:spMkLst>
            <pc:docMk/>
            <pc:sldMk cId="0" sldId="399"/>
            <ac:spMk id="1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2:11.615" v="1416" actId="207"/>
          <ac:spMkLst>
            <pc:docMk/>
            <pc:sldMk cId="0" sldId="399"/>
            <ac:spMk id="20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2:15.372" v="1417" actId="207"/>
          <ac:spMkLst>
            <pc:docMk/>
            <pc:sldMk cId="0" sldId="399"/>
            <ac:spMk id="2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2:18.598" v="1418" actId="207"/>
          <ac:spMkLst>
            <pc:docMk/>
            <pc:sldMk cId="0" sldId="399"/>
            <ac:spMk id="2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2:40.830" v="1424" actId="207"/>
          <ac:spMkLst>
            <pc:docMk/>
            <pc:sldMk cId="0" sldId="399"/>
            <ac:spMk id="23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20:52:01.367" v="1414" actId="478"/>
          <ac:picMkLst>
            <pc:docMk/>
            <pc:sldMk cId="0" sldId="399"/>
            <ac:picMk id="2" creationId="{00000000-0000-0000-0000-000000000000}"/>
          </ac:picMkLst>
        </pc:picChg>
      </pc:sldChg>
      <pc:sldChg chg="add del">
        <pc:chgData name="touleen assad" userId="20755eea18c2c8cd" providerId="LiveId" clId="{7627F1AA-D8B5-4125-9FA9-2B20B0AB997E}" dt="2026-08-29T21:15:52.307" v="1535" actId="2696"/>
        <pc:sldMkLst>
          <pc:docMk/>
          <pc:sldMk cId="0" sldId="400"/>
        </pc:sldMkLst>
      </pc:sldChg>
      <pc:sldChg chg="delSp modSp add del mod">
        <pc:chgData name="touleen assad" userId="20755eea18c2c8cd" providerId="LiveId" clId="{7627F1AA-D8B5-4125-9FA9-2B20B0AB997E}" dt="2026-08-29T21:22:52.447" v="1538" actId="2696"/>
        <pc:sldMkLst>
          <pc:docMk/>
          <pc:sldMk cId="0" sldId="401"/>
        </pc:sldMkLst>
        <pc:spChg chg="mod">
          <ac:chgData name="touleen assad" userId="20755eea18c2c8cd" providerId="LiveId" clId="{7627F1AA-D8B5-4125-9FA9-2B20B0AB997E}" dt="2026-08-29T20:55:59.714" v="1455" actId="207"/>
          <ac:spMkLst>
            <pc:docMk/>
            <pc:sldMk cId="0" sldId="401"/>
            <ac:spMk id="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5:59.714" v="1455" actId="207"/>
          <ac:spMkLst>
            <pc:docMk/>
            <pc:sldMk cId="0" sldId="401"/>
            <ac:spMk id="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6:28.117" v="1459" actId="207"/>
          <ac:spMkLst>
            <pc:docMk/>
            <pc:sldMk cId="0" sldId="401"/>
            <ac:spMk id="10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5:59.714" v="1455" actId="207"/>
          <ac:spMkLst>
            <pc:docMk/>
            <pc:sldMk cId="0" sldId="401"/>
            <ac:spMk id="1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5:59.714" v="1455" actId="207"/>
          <ac:spMkLst>
            <pc:docMk/>
            <pc:sldMk cId="0" sldId="401"/>
            <ac:spMk id="1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5:59.714" v="1455" actId="207"/>
          <ac:spMkLst>
            <pc:docMk/>
            <pc:sldMk cId="0" sldId="401"/>
            <ac:spMk id="1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5:59.714" v="1455" actId="207"/>
          <ac:spMkLst>
            <pc:docMk/>
            <pc:sldMk cId="0" sldId="401"/>
            <ac:spMk id="14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20:55:17.694" v="1454" actId="478"/>
          <ac:picMkLst>
            <pc:docMk/>
            <pc:sldMk cId="0" sldId="401"/>
            <ac:picMk id="2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56:14.394" v="1457" actId="478"/>
          <ac:picMkLst>
            <pc:docMk/>
            <pc:sldMk cId="0" sldId="401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56:19.215" v="1458" actId="478"/>
          <ac:picMkLst>
            <pc:docMk/>
            <pc:sldMk cId="0" sldId="401"/>
            <ac:picMk id="4" creationId="{00000000-0000-0000-0000-000000000000}"/>
          </ac:picMkLst>
        </pc:picChg>
      </pc:sldChg>
      <pc:sldChg chg="addSp delSp modSp add del mod">
        <pc:chgData name="touleen assad" userId="20755eea18c2c8cd" providerId="LiveId" clId="{7627F1AA-D8B5-4125-9FA9-2B20B0AB997E}" dt="2026-08-29T21:22:52.447" v="1538" actId="2696"/>
        <pc:sldMkLst>
          <pc:docMk/>
          <pc:sldMk cId="0" sldId="402"/>
        </pc:sldMkLst>
        <pc:spChg chg="mod">
          <ac:chgData name="touleen assad" userId="20755eea18c2c8cd" providerId="LiveId" clId="{7627F1AA-D8B5-4125-9FA9-2B20B0AB997E}" dt="2026-08-29T20:55:04.685" v="1452" actId="207"/>
          <ac:spMkLst>
            <pc:docMk/>
            <pc:sldMk cId="0" sldId="402"/>
            <ac:spMk id="13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5:04.685" v="1452" actId="207"/>
          <ac:spMkLst>
            <pc:docMk/>
            <pc:sldMk cId="0" sldId="402"/>
            <ac:spMk id="14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5:04.685" v="1452" actId="207"/>
          <ac:spMkLst>
            <pc:docMk/>
            <pc:sldMk cId="0" sldId="402"/>
            <ac:spMk id="15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5:04.685" v="1452" actId="207"/>
          <ac:spMkLst>
            <pc:docMk/>
            <pc:sldMk cId="0" sldId="402"/>
            <ac:spMk id="17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5:04.685" v="1452" actId="207"/>
          <ac:spMkLst>
            <pc:docMk/>
            <pc:sldMk cId="0" sldId="402"/>
            <ac:spMk id="18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5:04.685" v="1452" actId="207"/>
          <ac:spMkLst>
            <pc:docMk/>
            <pc:sldMk cId="0" sldId="402"/>
            <ac:spMk id="19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5:04.685" v="1452" actId="207"/>
          <ac:spMkLst>
            <pc:docMk/>
            <pc:sldMk cId="0" sldId="402"/>
            <ac:spMk id="20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5:04.685" v="1452" actId="207"/>
          <ac:spMkLst>
            <pc:docMk/>
            <pc:sldMk cId="0" sldId="402"/>
            <ac:spMk id="21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4:33.009" v="1443" actId="207"/>
          <ac:spMkLst>
            <pc:docMk/>
            <pc:sldMk cId="0" sldId="402"/>
            <ac:spMk id="22" creationId="{00000000-0000-0000-0000-000000000000}"/>
          </ac:spMkLst>
        </pc:spChg>
        <pc:spChg chg="mod">
          <ac:chgData name="touleen assad" userId="20755eea18c2c8cd" providerId="LiveId" clId="{7627F1AA-D8B5-4125-9FA9-2B20B0AB997E}" dt="2026-08-29T20:55:04.685" v="1452" actId="207"/>
          <ac:spMkLst>
            <pc:docMk/>
            <pc:sldMk cId="0" sldId="402"/>
            <ac:spMk id="23" creationId="{00000000-0000-0000-0000-000000000000}"/>
          </ac:spMkLst>
        </pc:spChg>
        <pc:spChg chg="add del mod">
          <ac:chgData name="touleen assad" userId="20755eea18c2c8cd" providerId="LiveId" clId="{7627F1AA-D8B5-4125-9FA9-2B20B0AB997E}" dt="2026-08-29T20:55:04.685" v="1452" actId="207"/>
          <ac:spMkLst>
            <pc:docMk/>
            <pc:sldMk cId="0" sldId="402"/>
            <ac:spMk id="24" creationId="{00000000-0000-0000-0000-000000000000}"/>
          </ac:spMkLst>
        </pc:spChg>
        <pc:picChg chg="del">
          <ac:chgData name="touleen assad" userId="20755eea18c2c8cd" providerId="LiveId" clId="{7627F1AA-D8B5-4125-9FA9-2B20B0AB997E}" dt="2026-08-29T20:54:29.445" v="1442" actId="478"/>
          <ac:picMkLst>
            <pc:docMk/>
            <pc:sldMk cId="0" sldId="402"/>
            <ac:picMk id="2" creationId="{00000000-0000-0000-0000-000000000000}"/>
          </ac:picMkLst>
        </pc:picChg>
        <pc:picChg chg="add del">
          <ac:chgData name="touleen assad" userId="20755eea18c2c8cd" providerId="LiveId" clId="{7627F1AA-D8B5-4125-9FA9-2B20B0AB997E}" dt="2026-08-29T20:54:54.957" v="1451" actId="478"/>
          <ac:picMkLst>
            <pc:docMk/>
            <pc:sldMk cId="0" sldId="402"/>
            <ac:picMk id="3" creationId="{00000000-0000-0000-0000-000000000000}"/>
          </ac:picMkLst>
        </pc:picChg>
        <pc:picChg chg="del">
          <ac:chgData name="touleen assad" userId="20755eea18c2c8cd" providerId="LiveId" clId="{7627F1AA-D8B5-4125-9FA9-2B20B0AB997E}" dt="2026-08-29T20:55:11.789" v="1453" actId="478"/>
          <ac:picMkLst>
            <pc:docMk/>
            <pc:sldMk cId="0" sldId="402"/>
            <ac:picMk id="5" creationId="{00000000-0000-0000-0000-000000000000}"/>
          </ac:picMkLst>
        </pc:picChg>
      </pc:sldChg>
      <pc:sldMasterChg chg="delSldLayout">
        <pc:chgData name="touleen assad" userId="20755eea18c2c8cd" providerId="LiveId" clId="{7627F1AA-D8B5-4125-9FA9-2B20B0AB997E}" dt="2026-08-23T03:27:47.812" v="0" actId="2696"/>
        <pc:sldMasterMkLst>
          <pc:docMk/>
          <pc:sldMasterMk cId="353038080" sldId="214748366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58E6D-027C-4E0F-8A1B-5128200352B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50773-9865-46F2-B9B2-E0E09101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1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386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تكلفة</a:t>
            </a:r>
            <a:r>
              <a:rPr lang="en-US" b="1" dirty="0"/>
              <a:t> </a:t>
            </a:r>
            <a:r>
              <a:rPr lang="en-US" b="1" dirty="0" err="1"/>
              <a:t>الجودة</a:t>
            </a:r>
            <a:r>
              <a:rPr lang="en-US" b="1" dirty="0"/>
              <a:t> = </a:t>
            </a:r>
            <a:r>
              <a:rPr lang="en-US" b="1" dirty="0" err="1"/>
              <a:t>تكلفة</a:t>
            </a:r>
            <a:r>
              <a:rPr lang="en-US" b="1" dirty="0"/>
              <a:t> </a:t>
            </a:r>
            <a:r>
              <a:rPr lang="en-US" b="1" dirty="0" err="1"/>
              <a:t>المطابقة</a:t>
            </a:r>
            <a:r>
              <a:rPr lang="en-US" b="1" dirty="0"/>
              <a:t> + </a:t>
            </a:r>
            <a:r>
              <a:rPr lang="en-US" b="1" dirty="0" err="1"/>
              <a:t>تكلفة</a:t>
            </a:r>
            <a:r>
              <a:rPr lang="en-US" b="1" dirty="0"/>
              <a:t> </a:t>
            </a:r>
            <a:r>
              <a:rPr lang="en-US" b="1" dirty="0" err="1"/>
              <a:t>عدم</a:t>
            </a:r>
            <a:r>
              <a:rPr lang="en-US" b="1" dirty="0"/>
              <a:t> </a:t>
            </a:r>
            <a:r>
              <a:rPr lang="en-US" b="1" dirty="0" err="1"/>
              <a:t>المطابقة</a:t>
            </a:r>
            <a:endParaRPr lang="en-US" dirty="0"/>
          </a:p>
          <a:p>
            <a:r>
              <a:rPr lang="en-US" dirty="0" err="1"/>
              <a:t>القسم</a:t>
            </a:r>
            <a:endParaRPr lang="en-US" dirty="0"/>
          </a:p>
          <a:p>
            <a:r>
              <a:rPr lang="en-US" dirty="0" err="1"/>
              <a:t>المقصود</a:t>
            </a:r>
            <a:endParaRPr lang="en-US" dirty="0"/>
          </a:p>
          <a:p>
            <a:r>
              <a:rPr lang="en-US" dirty="0" err="1"/>
              <a:t>أمثلة</a:t>
            </a:r>
            <a:endParaRPr lang="en-US" dirty="0"/>
          </a:p>
          <a:p>
            <a:r>
              <a:rPr lang="en-US" b="1" dirty="0" err="1"/>
              <a:t>تكلفة</a:t>
            </a:r>
            <a:r>
              <a:rPr lang="en-US" b="1" dirty="0"/>
              <a:t> </a:t>
            </a:r>
            <a:r>
              <a:rPr lang="en-US" b="1" dirty="0" err="1"/>
              <a:t>المطابقة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يُنفق</a:t>
            </a:r>
            <a:r>
              <a:rPr lang="en-US" dirty="0"/>
              <a:t> </a:t>
            </a:r>
            <a:r>
              <a:rPr lang="en-US" dirty="0" err="1"/>
              <a:t>لمنع</a:t>
            </a:r>
            <a:r>
              <a:rPr lang="en-US" dirty="0"/>
              <a:t> </a:t>
            </a:r>
            <a:r>
              <a:rPr lang="en-US" dirty="0" err="1"/>
              <a:t>الأخطاء</a:t>
            </a:r>
            <a:r>
              <a:rPr lang="en-US" dirty="0"/>
              <a:t> </a:t>
            </a:r>
            <a:r>
              <a:rPr lang="en-US" dirty="0" err="1"/>
              <a:t>والتأكد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تحقيق</a:t>
            </a:r>
            <a:r>
              <a:rPr lang="en-US" dirty="0"/>
              <a:t> </a:t>
            </a:r>
            <a:r>
              <a:rPr lang="en-US" dirty="0" err="1"/>
              <a:t>الجودة.التدريب</a:t>
            </a:r>
            <a:r>
              <a:rPr lang="en-US" dirty="0"/>
              <a:t>، </a:t>
            </a:r>
            <a:r>
              <a:rPr lang="en-US" dirty="0" err="1"/>
              <a:t>تخطيط</a:t>
            </a:r>
            <a:r>
              <a:rPr lang="en-US" dirty="0"/>
              <a:t> </a:t>
            </a:r>
            <a:r>
              <a:rPr lang="en-US" dirty="0" err="1"/>
              <a:t>الجودة</a:t>
            </a:r>
            <a:r>
              <a:rPr lang="en-US" dirty="0"/>
              <a:t>، </a:t>
            </a:r>
            <a:r>
              <a:rPr lang="en-US" dirty="0" err="1"/>
              <a:t>المراجعة</a:t>
            </a:r>
            <a:r>
              <a:rPr lang="en-US" dirty="0"/>
              <a:t> </a:t>
            </a:r>
            <a:r>
              <a:rPr lang="en-US" dirty="0" err="1"/>
              <a:t>والاختبارات</a:t>
            </a:r>
            <a:r>
              <a:rPr lang="en-US" dirty="0"/>
              <a:t>.</a:t>
            </a:r>
          </a:p>
          <a:p>
            <a:r>
              <a:rPr lang="en-US" b="1" dirty="0" err="1"/>
              <a:t>تكلفة</a:t>
            </a:r>
            <a:r>
              <a:rPr lang="en-US" b="1" dirty="0"/>
              <a:t> </a:t>
            </a:r>
            <a:r>
              <a:rPr lang="en-US" b="1" dirty="0" err="1"/>
              <a:t>عدم</a:t>
            </a:r>
            <a:r>
              <a:rPr lang="en-US" b="1" dirty="0"/>
              <a:t> </a:t>
            </a:r>
            <a:r>
              <a:rPr lang="en-US" b="1" dirty="0" err="1"/>
              <a:t>المطابقة</a:t>
            </a:r>
            <a:r>
              <a:rPr lang="en-US" dirty="0" err="1"/>
              <a:t>الخسائر</a:t>
            </a:r>
            <a:r>
              <a:rPr lang="en-US" dirty="0"/>
              <a:t> </a:t>
            </a:r>
            <a:r>
              <a:rPr lang="en-US" dirty="0" err="1"/>
              <a:t>الناتجة</a:t>
            </a:r>
            <a:r>
              <a:rPr lang="en-US" dirty="0"/>
              <a:t> </a:t>
            </a:r>
            <a:r>
              <a:rPr lang="en-US" dirty="0" err="1"/>
              <a:t>عن</a:t>
            </a:r>
            <a:r>
              <a:rPr lang="en-US" dirty="0"/>
              <a:t> </a:t>
            </a:r>
            <a:r>
              <a:rPr lang="en-US" dirty="0" err="1"/>
              <a:t>الأخطاء</a:t>
            </a:r>
            <a:r>
              <a:rPr lang="en-US" dirty="0"/>
              <a:t> </a:t>
            </a:r>
            <a:r>
              <a:rPr lang="en-US" dirty="0" err="1"/>
              <a:t>أو</a:t>
            </a:r>
            <a:r>
              <a:rPr lang="en-US" dirty="0"/>
              <a:t> </a:t>
            </a:r>
            <a:r>
              <a:rPr lang="en-US" dirty="0" err="1"/>
              <a:t>عدم</a:t>
            </a:r>
            <a:r>
              <a:rPr lang="en-US" dirty="0"/>
              <a:t> </a:t>
            </a:r>
            <a:r>
              <a:rPr lang="en-US" dirty="0" err="1"/>
              <a:t>استيفاء</a:t>
            </a:r>
            <a:r>
              <a:rPr lang="en-US" dirty="0"/>
              <a:t> </a:t>
            </a:r>
            <a:r>
              <a:rPr lang="en-US" dirty="0" err="1"/>
              <a:t>المتطلبات.إعادة</a:t>
            </a:r>
            <a:r>
              <a:rPr lang="en-US" dirty="0"/>
              <a:t> </a:t>
            </a:r>
            <a:r>
              <a:rPr lang="en-US" dirty="0" err="1"/>
              <a:t>العمل</a:t>
            </a:r>
            <a:r>
              <a:rPr lang="en-US" dirty="0"/>
              <a:t>، </a:t>
            </a:r>
            <a:r>
              <a:rPr lang="en-US" dirty="0" err="1"/>
              <a:t>التأخير</a:t>
            </a:r>
            <a:r>
              <a:rPr lang="en-US" dirty="0"/>
              <a:t>، </a:t>
            </a:r>
            <a:r>
              <a:rPr lang="en-US" dirty="0" err="1"/>
              <a:t>الشكاوى</a:t>
            </a:r>
            <a:r>
              <a:rPr lang="en-US" dirty="0"/>
              <a:t> </a:t>
            </a:r>
            <a:r>
              <a:rPr lang="en-US" dirty="0" err="1"/>
              <a:t>والتعويضات</a:t>
            </a:r>
            <a:r>
              <a:rPr lang="en-US" dirty="0"/>
              <a:t>.</a:t>
            </a:r>
          </a:p>
          <a:p>
            <a:r>
              <a:rPr lang="en-US" b="1" dirty="0" err="1"/>
              <a:t>الأنواع</a:t>
            </a:r>
            <a:r>
              <a:rPr lang="en-US" b="1" dirty="0"/>
              <a:t> </a:t>
            </a:r>
            <a:r>
              <a:rPr lang="en-US" b="1" dirty="0" err="1"/>
              <a:t>الأربعة</a:t>
            </a:r>
            <a:r>
              <a:rPr lang="en-US" b="1" dirty="0"/>
              <a:t> </a:t>
            </a:r>
            <a:r>
              <a:rPr lang="en-US" b="1" dirty="0" err="1"/>
              <a:t>لتكلفة</a:t>
            </a:r>
            <a:r>
              <a:rPr lang="en-US" b="1" dirty="0"/>
              <a:t> </a:t>
            </a:r>
            <a:r>
              <a:rPr lang="en-US" b="1" dirty="0" err="1"/>
              <a:t>الجودة</a:t>
            </a:r>
            <a:endParaRPr lang="en-US" b="1" dirty="0"/>
          </a:p>
          <a:p>
            <a:pPr lvl="0"/>
            <a:r>
              <a:rPr lang="en-US" b="1" dirty="0" err="1"/>
              <a:t>تكاليف</a:t>
            </a:r>
            <a:r>
              <a:rPr lang="en-US" b="1" dirty="0"/>
              <a:t> </a:t>
            </a:r>
            <a:r>
              <a:rPr lang="en-US" b="1" dirty="0" err="1"/>
              <a:t>الوقاية</a:t>
            </a:r>
            <a:r>
              <a:rPr lang="en-US" b="1" dirty="0"/>
              <a:t> Prevention Costs</a:t>
            </a:r>
            <a:br>
              <a:rPr lang="en-US" dirty="0"/>
            </a:br>
            <a:r>
              <a:rPr lang="en-US" dirty="0" err="1"/>
              <a:t>التكاليف</a:t>
            </a:r>
            <a:r>
              <a:rPr lang="en-US" dirty="0"/>
              <a:t> </a:t>
            </a:r>
            <a:r>
              <a:rPr lang="en-US" dirty="0" err="1"/>
              <a:t>التي</a:t>
            </a:r>
            <a:r>
              <a:rPr lang="en-US" dirty="0"/>
              <a:t> </a:t>
            </a:r>
            <a:r>
              <a:rPr lang="en-US" dirty="0" err="1"/>
              <a:t>تُنفق</a:t>
            </a:r>
            <a:r>
              <a:rPr lang="en-US" dirty="0"/>
              <a:t> </a:t>
            </a:r>
            <a:r>
              <a:rPr lang="en-US" dirty="0" err="1"/>
              <a:t>لمنع</a:t>
            </a:r>
            <a:r>
              <a:rPr lang="en-US" dirty="0"/>
              <a:t> </a:t>
            </a:r>
            <a:r>
              <a:rPr lang="en-US" dirty="0" err="1"/>
              <a:t>حدوث</a:t>
            </a:r>
            <a:r>
              <a:rPr lang="en-US" dirty="0"/>
              <a:t> </a:t>
            </a:r>
            <a:r>
              <a:rPr lang="en-US" dirty="0" err="1"/>
              <a:t>العيوب</a:t>
            </a:r>
            <a:r>
              <a:rPr lang="en-US" dirty="0"/>
              <a:t>، </a:t>
            </a:r>
            <a:r>
              <a:rPr lang="en-US" dirty="0" err="1"/>
              <a:t>مثل</a:t>
            </a:r>
            <a:r>
              <a:rPr lang="en-US" dirty="0"/>
              <a:t> </a:t>
            </a:r>
            <a:r>
              <a:rPr lang="en-US" dirty="0" err="1"/>
              <a:t>تدريب</a:t>
            </a:r>
            <a:r>
              <a:rPr lang="en-US" dirty="0"/>
              <a:t> </a:t>
            </a:r>
            <a:r>
              <a:rPr lang="en-US" dirty="0" err="1"/>
              <a:t>الفريق</a:t>
            </a:r>
            <a:r>
              <a:rPr lang="en-US" dirty="0"/>
              <a:t>، </a:t>
            </a:r>
            <a:r>
              <a:rPr lang="en-US" dirty="0" err="1"/>
              <a:t>وتخطيط</a:t>
            </a:r>
            <a:r>
              <a:rPr lang="en-US" dirty="0"/>
              <a:t> </a:t>
            </a:r>
            <a:r>
              <a:rPr lang="en-US" dirty="0" err="1"/>
              <a:t>الجودة</a:t>
            </a:r>
            <a:r>
              <a:rPr lang="en-US" dirty="0"/>
              <a:t>، </a:t>
            </a:r>
            <a:r>
              <a:rPr lang="en-US" dirty="0" err="1"/>
              <a:t>وتطوير</a:t>
            </a:r>
            <a:r>
              <a:rPr lang="en-US" dirty="0"/>
              <a:t> </a:t>
            </a:r>
            <a:r>
              <a:rPr lang="en-US" dirty="0" err="1"/>
              <a:t>الإجراءات</a:t>
            </a:r>
            <a:r>
              <a:rPr lang="en-US" dirty="0"/>
              <a:t>. </a:t>
            </a:r>
          </a:p>
          <a:p>
            <a:pPr lvl="0"/>
            <a:r>
              <a:rPr lang="en-US" b="1" dirty="0" err="1"/>
              <a:t>تكاليف</a:t>
            </a:r>
            <a:r>
              <a:rPr lang="en-US" b="1" dirty="0"/>
              <a:t> </a:t>
            </a:r>
            <a:r>
              <a:rPr lang="en-US" b="1" dirty="0" err="1"/>
              <a:t>التقييم</a:t>
            </a:r>
            <a:r>
              <a:rPr lang="en-US" b="1" dirty="0"/>
              <a:t> Appraisal Costs</a:t>
            </a:r>
            <a:br>
              <a:rPr lang="en-US" dirty="0"/>
            </a:br>
            <a:r>
              <a:rPr lang="en-US" dirty="0" err="1"/>
              <a:t>التكاليف</a:t>
            </a:r>
            <a:r>
              <a:rPr lang="en-US" dirty="0"/>
              <a:t> </a:t>
            </a:r>
            <a:r>
              <a:rPr lang="en-US" dirty="0" err="1"/>
              <a:t>المرتبطة</a:t>
            </a:r>
            <a:r>
              <a:rPr lang="en-US" dirty="0"/>
              <a:t> </a:t>
            </a:r>
            <a:r>
              <a:rPr lang="en-US" dirty="0" err="1"/>
              <a:t>بفحص</a:t>
            </a:r>
            <a:r>
              <a:rPr lang="en-US" dirty="0"/>
              <a:t> </a:t>
            </a:r>
            <a:r>
              <a:rPr lang="en-US" dirty="0" err="1"/>
              <a:t>المخرجات</a:t>
            </a:r>
            <a:r>
              <a:rPr lang="en-US" dirty="0"/>
              <a:t> </a:t>
            </a:r>
            <a:r>
              <a:rPr lang="en-US" dirty="0" err="1"/>
              <a:t>وقياسها</a:t>
            </a:r>
            <a:r>
              <a:rPr lang="en-US" dirty="0"/>
              <a:t> </a:t>
            </a:r>
            <a:r>
              <a:rPr lang="en-US" dirty="0" err="1"/>
              <a:t>واختبارها</a:t>
            </a:r>
            <a:r>
              <a:rPr lang="en-US" dirty="0"/>
              <a:t> </a:t>
            </a:r>
            <a:r>
              <a:rPr lang="en-US" dirty="0" err="1"/>
              <a:t>للتأكد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مطابقتها</a:t>
            </a:r>
            <a:r>
              <a:rPr lang="en-US" dirty="0"/>
              <a:t> </a:t>
            </a:r>
            <a:r>
              <a:rPr lang="en-US" dirty="0" err="1"/>
              <a:t>للمتطلبات</a:t>
            </a:r>
            <a:r>
              <a:rPr lang="en-US" dirty="0"/>
              <a:t>. </a:t>
            </a:r>
          </a:p>
          <a:p>
            <a:pPr lvl="0"/>
            <a:r>
              <a:rPr lang="en-US" b="1" dirty="0" err="1"/>
              <a:t>تكاليف</a:t>
            </a:r>
            <a:r>
              <a:rPr lang="en-US" b="1" dirty="0"/>
              <a:t> </a:t>
            </a:r>
            <a:r>
              <a:rPr lang="en-US" b="1" dirty="0" err="1"/>
              <a:t>الفشل</a:t>
            </a:r>
            <a:r>
              <a:rPr lang="en-US" b="1" dirty="0"/>
              <a:t> </a:t>
            </a:r>
            <a:r>
              <a:rPr lang="en-US" b="1" dirty="0" err="1"/>
              <a:t>الداخلي</a:t>
            </a:r>
            <a:r>
              <a:rPr lang="en-US" b="1" dirty="0"/>
              <a:t> Internal Failure Costs</a:t>
            </a:r>
            <a:br>
              <a:rPr lang="en-US" dirty="0"/>
            </a:br>
            <a:r>
              <a:rPr lang="en-US" dirty="0" err="1"/>
              <a:t>تكاليف</a:t>
            </a:r>
            <a:r>
              <a:rPr lang="en-US" dirty="0"/>
              <a:t> </a:t>
            </a:r>
            <a:r>
              <a:rPr lang="en-US" dirty="0" err="1"/>
              <a:t>الأخطاء</a:t>
            </a:r>
            <a:r>
              <a:rPr lang="en-US" dirty="0"/>
              <a:t> </a:t>
            </a:r>
            <a:r>
              <a:rPr lang="en-US" dirty="0" err="1"/>
              <a:t>المكتشفة</a:t>
            </a:r>
            <a:r>
              <a:rPr lang="en-US" dirty="0"/>
              <a:t> </a:t>
            </a:r>
            <a:r>
              <a:rPr lang="en-US" dirty="0" err="1"/>
              <a:t>قبل</a:t>
            </a:r>
            <a:r>
              <a:rPr lang="en-US" dirty="0"/>
              <a:t> </a:t>
            </a:r>
            <a:r>
              <a:rPr lang="en-US" dirty="0" err="1"/>
              <a:t>تسليم</a:t>
            </a:r>
            <a:r>
              <a:rPr lang="en-US" dirty="0"/>
              <a:t> </a:t>
            </a:r>
            <a:r>
              <a:rPr lang="en-US" dirty="0" err="1"/>
              <a:t>المخرج</a:t>
            </a:r>
            <a:r>
              <a:rPr lang="en-US" dirty="0"/>
              <a:t> </a:t>
            </a:r>
            <a:r>
              <a:rPr lang="en-US" dirty="0" err="1"/>
              <a:t>إلى</a:t>
            </a:r>
            <a:r>
              <a:rPr lang="en-US" dirty="0"/>
              <a:t> </a:t>
            </a:r>
            <a:r>
              <a:rPr lang="en-US" dirty="0" err="1"/>
              <a:t>العميل</a:t>
            </a:r>
            <a:r>
              <a:rPr lang="en-US" dirty="0"/>
              <a:t>، </a:t>
            </a:r>
            <a:r>
              <a:rPr lang="en-US" dirty="0" err="1"/>
              <a:t>مثل</a:t>
            </a:r>
            <a:r>
              <a:rPr lang="en-US" dirty="0"/>
              <a:t> </a:t>
            </a:r>
            <a:r>
              <a:rPr lang="en-US" dirty="0" err="1"/>
              <a:t>إعادة</a:t>
            </a:r>
            <a:r>
              <a:rPr lang="en-US" dirty="0"/>
              <a:t> </a:t>
            </a:r>
            <a:r>
              <a:rPr lang="en-US" dirty="0" err="1"/>
              <a:t>العمل</a:t>
            </a:r>
            <a:r>
              <a:rPr lang="en-US" dirty="0"/>
              <a:t>، </a:t>
            </a:r>
            <a:r>
              <a:rPr lang="en-US" dirty="0" err="1"/>
              <a:t>وإعادة</a:t>
            </a:r>
            <a:r>
              <a:rPr lang="en-US" dirty="0"/>
              <a:t> </a:t>
            </a:r>
            <a:r>
              <a:rPr lang="en-US" dirty="0" err="1"/>
              <a:t>الاختبار</a:t>
            </a:r>
            <a:r>
              <a:rPr lang="en-US" dirty="0"/>
              <a:t>، </a:t>
            </a:r>
            <a:r>
              <a:rPr lang="en-US" dirty="0" err="1"/>
              <a:t>وإهدار</a:t>
            </a:r>
            <a:r>
              <a:rPr lang="en-US" dirty="0"/>
              <a:t> </a:t>
            </a:r>
            <a:r>
              <a:rPr lang="en-US" dirty="0" err="1"/>
              <a:t>المواد</a:t>
            </a:r>
            <a:r>
              <a:rPr lang="en-US" dirty="0"/>
              <a:t>. </a:t>
            </a:r>
          </a:p>
          <a:p>
            <a:pPr lvl="0"/>
            <a:r>
              <a:rPr lang="en-US" b="1" dirty="0" err="1"/>
              <a:t>تكاليف</a:t>
            </a:r>
            <a:r>
              <a:rPr lang="en-US" b="1" dirty="0"/>
              <a:t> </a:t>
            </a:r>
            <a:r>
              <a:rPr lang="en-US" b="1" dirty="0" err="1"/>
              <a:t>الفشل</a:t>
            </a:r>
            <a:r>
              <a:rPr lang="en-US" b="1" dirty="0"/>
              <a:t> </a:t>
            </a:r>
            <a:r>
              <a:rPr lang="en-US" b="1" dirty="0" err="1"/>
              <a:t>الخارجي</a:t>
            </a:r>
            <a:r>
              <a:rPr lang="en-US" b="1" dirty="0"/>
              <a:t> External Failure Costs</a:t>
            </a:r>
            <a:br>
              <a:rPr lang="en-US" dirty="0"/>
            </a:br>
            <a:r>
              <a:rPr lang="en-US" dirty="0" err="1"/>
              <a:t>تكاليف</a:t>
            </a:r>
            <a:r>
              <a:rPr lang="en-US" dirty="0"/>
              <a:t> </a:t>
            </a:r>
            <a:r>
              <a:rPr lang="en-US" dirty="0" err="1"/>
              <a:t>الأخطاء</a:t>
            </a:r>
            <a:r>
              <a:rPr lang="en-US" dirty="0"/>
              <a:t> </a:t>
            </a:r>
            <a:r>
              <a:rPr lang="en-US" dirty="0" err="1"/>
              <a:t>المكتشفة</a:t>
            </a:r>
            <a:r>
              <a:rPr lang="en-US" dirty="0"/>
              <a:t> </a:t>
            </a:r>
            <a:r>
              <a:rPr lang="en-US" dirty="0" err="1"/>
              <a:t>بعد</a:t>
            </a:r>
            <a:r>
              <a:rPr lang="en-US" dirty="0"/>
              <a:t> </a:t>
            </a:r>
            <a:r>
              <a:rPr lang="en-US" dirty="0" err="1"/>
              <a:t>التسليم</a:t>
            </a:r>
            <a:r>
              <a:rPr lang="en-US" dirty="0"/>
              <a:t>، </a:t>
            </a:r>
            <a:r>
              <a:rPr lang="en-US" dirty="0" err="1"/>
              <a:t>مثل</a:t>
            </a:r>
            <a:r>
              <a:rPr lang="en-US" dirty="0"/>
              <a:t> </a:t>
            </a:r>
            <a:r>
              <a:rPr lang="en-US" dirty="0" err="1"/>
              <a:t>شكاوى</a:t>
            </a:r>
            <a:r>
              <a:rPr lang="en-US" dirty="0"/>
              <a:t> </a:t>
            </a:r>
            <a:r>
              <a:rPr lang="en-US" dirty="0" err="1"/>
              <a:t>العملاء</a:t>
            </a:r>
            <a:r>
              <a:rPr lang="en-US" dirty="0"/>
              <a:t>، </a:t>
            </a:r>
            <a:r>
              <a:rPr lang="en-US" dirty="0" err="1"/>
              <a:t>والضمان</a:t>
            </a:r>
            <a:r>
              <a:rPr lang="en-US" dirty="0"/>
              <a:t>، </a:t>
            </a:r>
            <a:r>
              <a:rPr lang="en-US" dirty="0" err="1"/>
              <a:t>والاستبدال</a:t>
            </a:r>
            <a:r>
              <a:rPr lang="en-US" dirty="0"/>
              <a:t>، </a:t>
            </a:r>
            <a:r>
              <a:rPr lang="en-US" dirty="0" err="1"/>
              <a:t>والتعويضات</a:t>
            </a:r>
            <a:r>
              <a:rPr lang="en-US" dirty="0"/>
              <a:t>، </a:t>
            </a:r>
            <a:r>
              <a:rPr lang="en-US" dirty="0" err="1"/>
              <a:t>وفقدان</a:t>
            </a:r>
            <a:r>
              <a:rPr lang="en-US" dirty="0"/>
              <a:t> </a:t>
            </a:r>
            <a:r>
              <a:rPr lang="en-US" dirty="0" err="1"/>
              <a:t>السمعة</a:t>
            </a:r>
            <a:r>
              <a:rPr lang="en-US" dirty="0"/>
              <a:t>.</a:t>
            </a:r>
            <a:endParaRPr lang="ar-SA" dirty="0"/>
          </a:p>
          <a:p>
            <a:pPr lvl="0"/>
            <a:endParaRPr lang="ar-SA" dirty="0"/>
          </a:p>
          <a:p>
            <a:pPr lvl="0"/>
            <a:endParaRPr lang="ar-SA" dirty="0"/>
          </a:p>
          <a:p>
            <a:pPr lvl="0"/>
            <a:endParaRPr lang="ar-SA" dirty="0"/>
          </a:p>
          <a:p>
            <a:pPr lvl="0"/>
            <a:r>
              <a:rPr lang="en-US" dirty="0" err="1"/>
              <a:t>الاعتمادية</a:t>
            </a:r>
            <a:r>
              <a:rPr lang="en-US" dirty="0"/>
              <a:t> </a:t>
            </a:r>
            <a:r>
              <a:rPr lang="en-US" dirty="0" err="1"/>
              <a:t>تقيس</a:t>
            </a:r>
            <a:r>
              <a:rPr lang="en-US" dirty="0"/>
              <a:t> </a:t>
            </a:r>
            <a:r>
              <a:rPr lang="en-US" dirty="0" err="1"/>
              <a:t>احتمال</a:t>
            </a:r>
            <a:r>
              <a:rPr lang="en-US" dirty="0"/>
              <a:t> </a:t>
            </a:r>
            <a:r>
              <a:rPr lang="en-US" dirty="0" err="1"/>
              <a:t>أن</a:t>
            </a:r>
            <a:r>
              <a:rPr lang="en-US" dirty="0"/>
              <a:t> </a:t>
            </a:r>
            <a:r>
              <a:rPr lang="en-US" dirty="0" err="1"/>
              <a:t>يستمر</a:t>
            </a:r>
            <a:r>
              <a:rPr lang="en-US" dirty="0"/>
              <a:t> </a:t>
            </a:r>
            <a:r>
              <a:rPr lang="en-US" dirty="0" err="1"/>
              <a:t>المنتج</a:t>
            </a:r>
            <a:r>
              <a:rPr lang="en-US" dirty="0"/>
              <a:t> </a:t>
            </a:r>
            <a:r>
              <a:rPr lang="en-US" dirty="0" err="1"/>
              <a:t>أو</a:t>
            </a:r>
            <a:r>
              <a:rPr lang="en-US" dirty="0"/>
              <a:t> </a:t>
            </a:r>
            <a:r>
              <a:rPr lang="en-US" dirty="0" err="1"/>
              <a:t>النظام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العمل</a:t>
            </a:r>
            <a:r>
              <a:rPr lang="en-US" dirty="0"/>
              <a:t> </a:t>
            </a:r>
            <a:r>
              <a:rPr lang="en-US" dirty="0" err="1"/>
              <a:t>بكفاءة</a:t>
            </a:r>
            <a:r>
              <a:rPr lang="en-US" dirty="0"/>
              <a:t> </a:t>
            </a:r>
            <a:r>
              <a:rPr lang="en-US" dirty="0" err="1"/>
              <a:t>دون</a:t>
            </a:r>
            <a:r>
              <a:rPr lang="en-US" dirty="0"/>
              <a:t> </a:t>
            </a:r>
            <a:r>
              <a:rPr lang="en-US" dirty="0" err="1"/>
              <a:t>أعطال</a:t>
            </a:r>
            <a:r>
              <a:rPr lang="en-US" dirty="0"/>
              <a:t> </a:t>
            </a:r>
            <a:r>
              <a:rPr lang="en-US" dirty="0" err="1"/>
              <a:t>خلال</a:t>
            </a:r>
            <a:r>
              <a:rPr lang="en-US" dirty="0"/>
              <a:t> </a:t>
            </a:r>
            <a:r>
              <a:rPr lang="en-US" dirty="0" err="1"/>
              <a:t>فترة</a:t>
            </a:r>
            <a:r>
              <a:rPr lang="en-US" dirty="0"/>
              <a:t> </a:t>
            </a:r>
            <a:r>
              <a:rPr lang="en-US" dirty="0" err="1"/>
              <a:t>معينة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E9949-CC12-2D19-0C96-D7128FD5A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1036E-2EC2-211C-1B8C-650816A2A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79FD1-D3FA-1B9E-20F8-433F72F76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496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4037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3618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A0082-623E-CE97-6615-97E213814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36222-BF72-78C6-A19F-7E3592547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BB6DE-8DCD-570C-2C54-E72BCD118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2DFEB-4CC7-E7B9-4F6D-B17967C89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3171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31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4830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5A399A-6309-66ED-D067-5F12746B79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5B1220-A1BF-EFB8-CD05-2ED286BE2A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90112" y="6356349"/>
            <a:ext cx="997789" cy="365125"/>
          </a:xfrm>
        </p:spPr>
        <p:txBody>
          <a:bodyPr/>
          <a:lstStyle/>
          <a:p>
            <a:fld id="{F68CB34D-0F9E-4BA2-840A-0CA69B5756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860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088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586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theme" Target="../theme/theme1.xml"/><Relationship Id="rId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6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52D69-6535-6157-379B-120D2746C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821F9-B6CF-4474-BA82-86146790A34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green triangle&#10;&#10;AI-generated content may be incorrect.">
            <a:extLst>
              <a:ext uri="{FF2B5EF4-FFF2-40B4-BE49-F238E27FC236}">
                <a16:creationId xmlns:a16="http://schemas.microsoft.com/office/drawing/2014/main" id="{59808945-526E-EDF8-4EE3-9CD54FA016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626" b="1363"/>
          <a:stretch>
            <a:fillRect/>
          </a:stretch>
        </p:blipFill>
        <p:spPr>
          <a:xfrm>
            <a:off x="6666186" y="0"/>
            <a:ext cx="5525814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4C361A-7183-E0C7-FBFE-F14FDF0C9B4E}"/>
              </a:ext>
            </a:extLst>
          </p:cNvPr>
          <p:cNvSpPr txBox="1"/>
          <p:nvPr userDrawn="1"/>
        </p:nvSpPr>
        <p:spPr>
          <a:xfrm>
            <a:off x="2901196" y="1861223"/>
            <a:ext cx="4907369" cy="2583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>
              <a:lnSpc>
                <a:spcPct val="130000"/>
              </a:lnSpc>
            </a:pPr>
            <a:r>
              <a:rPr lang="ar-SA" sz="3200" dirty="0">
                <a:solidFill>
                  <a:srgbClr val="165F82"/>
                </a:solidFill>
                <a:latin typeface="DIN NEXT™ ARABIC MEDIUM" panose="020B0603020203050203" pitchFamily="34" charset="-78"/>
                <a:cs typeface="DIN NEXT™ ARABIC MEDIUM" panose="020B0603020203050203" pitchFamily="34" charset="-78"/>
              </a:rPr>
              <a:t>البرنامج:</a:t>
            </a:r>
          </a:p>
          <a:p>
            <a:pPr marL="0" algn="r" defTabSz="457200" rtl="1" eaLnBrk="1" latinLnBrk="0" hangingPunct="1">
              <a:lnSpc>
                <a:spcPct val="130000"/>
              </a:lnSpc>
            </a:pPr>
            <a:r>
              <a:rPr lang="ar-SA" sz="3200" dirty="0">
                <a:solidFill>
                  <a:srgbClr val="165F82"/>
                </a:solidFill>
                <a:latin typeface="DIN NEXT™ ARABIC MEDIUM" panose="020B0603020203050203" pitchFamily="34" charset="-78"/>
                <a:cs typeface="DIN NEXT™ ARABIC MEDIUM" panose="020B0603020203050203" pitchFamily="34" charset="-78"/>
              </a:rPr>
              <a:t>المقـــــرر:</a:t>
            </a:r>
          </a:p>
          <a:p>
            <a:pPr marL="0" algn="r" defTabSz="457200" rtl="1" eaLnBrk="1" latinLnBrk="0" hangingPunct="1">
              <a:lnSpc>
                <a:spcPct val="130000"/>
              </a:lnSpc>
            </a:pPr>
            <a:r>
              <a:rPr lang="ar-SA" sz="3200" dirty="0">
                <a:solidFill>
                  <a:srgbClr val="165F82"/>
                </a:solidFill>
                <a:latin typeface="DIN NEXT™ ARABIC MEDIUM" panose="020B0603020203050203" pitchFamily="34" charset="-78"/>
                <a:cs typeface="DIN NEXT™ ARABIC MEDIUM" panose="020B0603020203050203" pitchFamily="34" charset="-78"/>
              </a:rPr>
              <a:t>رقــم المقــرر:</a:t>
            </a:r>
          </a:p>
          <a:p>
            <a:pPr marL="0" algn="r" defTabSz="457200" rtl="1" eaLnBrk="1" latinLnBrk="0" hangingPunct="1">
              <a:lnSpc>
                <a:spcPct val="130000"/>
              </a:lnSpc>
            </a:pPr>
            <a:r>
              <a:rPr lang="ar-SA" sz="3200" dirty="0">
                <a:solidFill>
                  <a:srgbClr val="165F82"/>
                </a:solidFill>
                <a:latin typeface="DIN NEXT™ ARABIC MEDIUM" panose="020B0603020203050203" pitchFamily="34" charset="-78"/>
                <a:cs typeface="DIN NEXT™ ARABIC MEDIUM" panose="020B0603020203050203" pitchFamily="34" charset="-78"/>
              </a:rPr>
              <a:t>أستاذ المقرر:</a:t>
            </a:r>
            <a:endParaRPr lang="en-SA" sz="3200" dirty="0">
              <a:solidFill>
                <a:srgbClr val="165F82"/>
              </a:solidFill>
              <a:latin typeface="DIN NEXT™ ARABIC MEDIUM" panose="020B0603020203050203" pitchFamily="34" charset="-78"/>
              <a:cs typeface="DIN NEXT™ ARABIC MEDIUM" panose="020B0603020203050203" pitchFamily="34" charset="-78"/>
            </a:endParaRPr>
          </a:p>
        </p:txBody>
      </p:sp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81B18F6-362D-3D50-B817-1BEF1F1365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75913" y="429942"/>
            <a:ext cx="1707777" cy="654648"/>
          </a:xfrm>
          <a:prstGeom prst="rect">
            <a:avLst/>
          </a:prstGeom>
        </p:spPr>
      </p:pic>
      <p:pic>
        <p:nvPicPr>
          <p:cNvPr id="14" name="Picture 13" descr="A green book with white text&#10;&#10;Description automatically generated">
            <a:extLst>
              <a:ext uri="{FF2B5EF4-FFF2-40B4-BE49-F238E27FC236}">
                <a16:creationId xmlns:a16="http://schemas.microsoft.com/office/drawing/2014/main" id="{D4F857FA-0135-AE29-D2C4-B68505A4A0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8015"/>
          <a:stretch/>
        </p:blipFill>
        <p:spPr>
          <a:xfrm>
            <a:off x="580608" y="332104"/>
            <a:ext cx="2389599" cy="6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1808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9F5EBE0-A8E2-AE9D-3227-CB06510C55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8570" y="6197296"/>
            <a:ext cx="1505253" cy="3261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BF1CAA-D98F-2DA1-376A-9542B4C0E83F}"/>
              </a:ext>
            </a:extLst>
          </p:cNvPr>
          <p:cNvSpPr txBox="1"/>
          <p:nvPr userDrawn="1"/>
        </p:nvSpPr>
        <p:spPr>
          <a:xfrm>
            <a:off x="-2301468" y="6282697"/>
            <a:ext cx="1086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SA" sz="1400" dirty="0">
                <a:solidFill>
                  <a:schemeClr val="bg1">
                    <a:lumMod val="85000"/>
                  </a:schemeClr>
                </a:solidFill>
              </a:rPr>
              <a:t>_________________________________________________________________________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_</a:t>
            </a:r>
            <a:r>
              <a:rPr lang="en-SA" sz="1400" dirty="0">
                <a:solidFill>
                  <a:schemeClr val="bg1">
                    <a:lumMod val="85000"/>
                  </a:schemeClr>
                </a:solidFill>
              </a:rPr>
              <a:t>__</a:t>
            </a:r>
          </a:p>
        </p:txBody>
      </p:sp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CBDC97B7-6B79-902C-D53F-C58A90B5CA6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525372" y="6189295"/>
            <a:ext cx="1664676" cy="353783"/>
          </a:xfrm>
          <a:prstGeom prst="rect">
            <a:avLst/>
          </a:prstGeom>
        </p:spPr>
      </p:pic>
      <p:pic>
        <p:nvPicPr>
          <p:cNvPr id="5" name="Picture 4" descr="A blue and green background&#10;&#10;AI-generated content may be incorrect.">
            <a:extLst>
              <a:ext uri="{FF2B5EF4-FFF2-40B4-BE49-F238E27FC236}">
                <a16:creationId xmlns:a16="http://schemas.microsoft.com/office/drawing/2014/main" id="{4F428A58-BA53-97A7-D40A-AE254FE8EED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48000"/>
          </a:blip>
          <a:srcRect t="-1" r="20300" b="65399"/>
          <a:stretch>
            <a:fillRect/>
          </a:stretch>
        </p:blipFill>
        <p:spPr>
          <a:xfrm>
            <a:off x="1" y="0"/>
            <a:ext cx="12192000" cy="14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9F5EBE0-A8E2-AE9D-3227-CB06510C55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8570" y="6197296"/>
            <a:ext cx="1505253" cy="3261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BF1CAA-D98F-2DA1-376A-9542B4C0E83F}"/>
              </a:ext>
            </a:extLst>
          </p:cNvPr>
          <p:cNvSpPr txBox="1"/>
          <p:nvPr userDrawn="1"/>
        </p:nvSpPr>
        <p:spPr>
          <a:xfrm>
            <a:off x="-2301468" y="6282697"/>
            <a:ext cx="1086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SA" sz="1400" dirty="0">
                <a:solidFill>
                  <a:schemeClr val="bg1">
                    <a:lumMod val="85000"/>
                  </a:schemeClr>
                </a:solidFill>
              </a:rPr>
              <a:t>_________________________________________________________________________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_</a:t>
            </a:r>
            <a:r>
              <a:rPr lang="en-SA" sz="1400" dirty="0">
                <a:solidFill>
                  <a:schemeClr val="bg1">
                    <a:lumMod val="85000"/>
                  </a:schemeClr>
                </a:solidFill>
              </a:rPr>
              <a:t>__</a:t>
            </a:r>
          </a:p>
        </p:txBody>
      </p:sp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CBDC97B7-6B79-902C-D53F-C58A90B5CA6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525372" y="6189295"/>
            <a:ext cx="1664676" cy="35378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156C6E3-AF21-8A56-2B7B-43042B81AD75}"/>
              </a:ext>
            </a:extLst>
          </p:cNvPr>
          <p:cNvGrpSpPr/>
          <p:nvPr userDrawn="1"/>
        </p:nvGrpSpPr>
        <p:grpSpPr>
          <a:xfrm>
            <a:off x="-417941" y="-414018"/>
            <a:ext cx="2631056" cy="2615415"/>
            <a:chOff x="3433893" y="2167484"/>
            <a:chExt cx="4098878" cy="4074511"/>
          </a:xfrm>
        </p:grpSpPr>
        <p:sp>
          <p:nvSpPr>
            <p:cNvPr id="3" name="Triangle">
              <a:extLst>
                <a:ext uri="{FF2B5EF4-FFF2-40B4-BE49-F238E27FC236}">
                  <a16:creationId xmlns:a16="http://schemas.microsoft.com/office/drawing/2014/main" id="{CD1C3F31-C7A7-7177-EBC4-88B0793BC71F}"/>
                </a:ext>
              </a:extLst>
            </p:cNvPr>
            <p:cNvSpPr/>
            <p:nvPr/>
          </p:nvSpPr>
          <p:spPr>
            <a:xfrm rot="13500000">
              <a:off x="6262770" y="2167484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669442">
                <a:alpha val="46971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" name="Triangle">
              <a:extLst>
                <a:ext uri="{FF2B5EF4-FFF2-40B4-BE49-F238E27FC236}">
                  <a16:creationId xmlns:a16="http://schemas.microsoft.com/office/drawing/2014/main" id="{5677283C-E860-BCAB-1347-50C829800B84}"/>
                </a:ext>
              </a:extLst>
            </p:cNvPr>
            <p:cNvSpPr/>
            <p:nvPr/>
          </p:nvSpPr>
          <p:spPr>
            <a:xfrm rot="13500000">
              <a:off x="5303774" y="3108981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4B90C2">
                <a:alpha val="1056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" name="Triangle">
              <a:extLst>
                <a:ext uri="{FF2B5EF4-FFF2-40B4-BE49-F238E27FC236}">
                  <a16:creationId xmlns:a16="http://schemas.microsoft.com/office/drawing/2014/main" id="{CC370007-F58B-250F-0B4B-3B57AD719288}"/>
                </a:ext>
              </a:extLst>
            </p:cNvPr>
            <p:cNvSpPr/>
            <p:nvPr/>
          </p:nvSpPr>
          <p:spPr>
            <a:xfrm rot="13500000">
              <a:off x="4368834" y="4046633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4B90C2">
                <a:alpha val="1056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" name="Triangle">
              <a:extLst>
                <a:ext uri="{FF2B5EF4-FFF2-40B4-BE49-F238E27FC236}">
                  <a16:creationId xmlns:a16="http://schemas.microsoft.com/office/drawing/2014/main" id="{8B70752E-2B31-EE31-C145-2DEF16180B69}"/>
                </a:ext>
              </a:extLst>
            </p:cNvPr>
            <p:cNvSpPr/>
            <p:nvPr/>
          </p:nvSpPr>
          <p:spPr>
            <a:xfrm rot="13500000">
              <a:off x="4368834" y="2171328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4B90C2">
                <a:alpha val="23704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0" name="Triangle">
              <a:extLst>
                <a:ext uri="{FF2B5EF4-FFF2-40B4-BE49-F238E27FC236}">
                  <a16:creationId xmlns:a16="http://schemas.microsoft.com/office/drawing/2014/main" id="{8B871FE3-AD16-3C62-76C4-376E52453CCD}"/>
                </a:ext>
              </a:extLst>
            </p:cNvPr>
            <p:cNvSpPr/>
            <p:nvPr/>
          </p:nvSpPr>
          <p:spPr>
            <a:xfrm rot="13500000">
              <a:off x="3433893" y="4971994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4B90C2">
                <a:alpha val="1056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1" name="Triangle">
              <a:extLst>
                <a:ext uri="{FF2B5EF4-FFF2-40B4-BE49-F238E27FC236}">
                  <a16:creationId xmlns:a16="http://schemas.microsoft.com/office/drawing/2014/main" id="{7261271F-4A90-7F30-6708-AF2FEE5FC094}"/>
                </a:ext>
              </a:extLst>
            </p:cNvPr>
            <p:cNvSpPr/>
            <p:nvPr/>
          </p:nvSpPr>
          <p:spPr>
            <a:xfrm rot="13500000">
              <a:off x="3433893" y="3096689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669442">
                <a:alpha val="65466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47939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34" Type="http://schemas.openxmlformats.org/officeDocument/2006/relationships/image" Target="../media/image59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33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32" Type="http://schemas.openxmlformats.org/officeDocument/2006/relationships/image" Target="../media/image57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31" Type="http://schemas.openxmlformats.org/officeDocument/2006/relationships/image" Target="../media/image56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Relationship Id="rId8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microsoft.com/office/2007/relationships/hdphoto" Target="../media/hdphoto1.wdp"/><Relationship Id="rId3" Type="http://schemas.openxmlformats.org/officeDocument/2006/relationships/image" Target="../media/image29.png"/><Relationship Id="rId21" Type="http://schemas.openxmlformats.org/officeDocument/2006/relationships/image" Target="../media/image90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6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19" Type="http://schemas.openxmlformats.org/officeDocument/2006/relationships/image" Target="../media/image88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19" Type="http://schemas.openxmlformats.org/officeDocument/2006/relationships/image" Target="../media/image107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3" Type="http://schemas.openxmlformats.org/officeDocument/2006/relationships/image" Target="../media/image108.png"/><Relationship Id="rId21" Type="http://schemas.openxmlformats.org/officeDocument/2006/relationships/image" Target="../media/image126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1.png"/><Relationship Id="rId20" Type="http://schemas.openxmlformats.org/officeDocument/2006/relationships/image" Target="../media/image1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23" Type="http://schemas.openxmlformats.org/officeDocument/2006/relationships/image" Target="../media/image128.png"/><Relationship Id="rId10" Type="http://schemas.openxmlformats.org/officeDocument/2006/relationships/image" Target="../media/image115.png"/><Relationship Id="rId19" Type="http://schemas.openxmlformats.org/officeDocument/2006/relationships/image" Target="../media/image124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Relationship Id="rId22" Type="http://schemas.openxmlformats.org/officeDocument/2006/relationships/image" Target="../media/image1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26" Type="http://schemas.openxmlformats.org/officeDocument/2006/relationships/image" Target="../media/image151.png"/><Relationship Id="rId3" Type="http://schemas.openxmlformats.org/officeDocument/2006/relationships/image" Target="../media/image29.png"/><Relationship Id="rId21" Type="http://schemas.openxmlformats.org/officeDocument/2006/relationships/image" Target="../media/image146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5" Type="http://schemas.openxmlformats.org/officeDocument/2006/relationships/image" Target="../media/image15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29" Type="http://schemas.openxmlformats.org/officeDocument/2006/relationships/image" Target="../media/image15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24" Type="http://schemas.openxmlformats.org/officeDocument/2006/relationships/image" Target="../media/image149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23" Type="http://schemas.openxmlformats.org/officeDocument/2006/relationships/image" Target="../media/image148.png"/><Relationship Id="rId28" Type="http://schemas.openxmlformats.org/officeDocument/2006/relationships/image" Target="../media/image153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Relationship Id="rId27" Type="http://schemas.openxmlformats.org/officeDocument/2006/relationships/image" Target="../media/image15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6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5" Type="http://schemas.openxmlformats.org/officeDocument/2006/relationships/image" Target="../media/image16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Relationship Id="rId14" Type="http://schemas.openxmlformats.org/officeDocument/2006/relationships/image" Target="../media/image16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9.png"/><Relationship Id="rId18" Type="http://schemas.openxmlformats.org/officeDocument/2006/relationships/image" Target="../media/image184.png"/><Relationship Id="rId3" Type="http://schemas.openxmlformats.org/officeDocument/2006/relationships/image" Target="../media/image169.png"/><Relationship Id="rId21" Type="http://schemas.openxmlformats.org/officeDocument/2006/relationships/image" Target="../media/image187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17" Type="http://schemas.openxmlformats.org/officeDocument/2006/relationships/image" Target="../media/image18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82.png"/><Relationship Id="rId20" Type="http://schemas.openxmlformats.org/officeDocument/2006/relationships/image" Target="../media/image18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2.png"/><Relationship Id="rId11" Type="http://schemas.openxmlformats.org/officeDocument/2006/relationships/image" Target="../media/image177.png"/><Relationship Id="rId5" Type="http://schemas.openxmlformats.org/officeDocument/2006/relationships/image" Target="../media/image171.png"/><Relationship Id="rId15" Type="http://schemas.openxmlformats.org/officeDocument/2006/relationships/image" Target="../media/image181.png"/><Relationship Id="rId10" Type="http://schemas.openxmlformats.org/officeDocument/2006/relationships/image" Target="../media/image176.png"/><Relationship Id="rId19" Type="http://schemas.openxmlformats.org/officeDocument/2006/relationships/image" Target="../media/image185.png"/><Relationship Id="rId4" Type="http://schemas.openxmlformats.org/officeDocument/2006/relationships/image" Target="../media/image170.png"/><Relationship Id="rId9" Type="http://schemas.openxmlformats.org/officeDocument/2006/relationships/image" Target="../media/image175.png"/><Relationship Id="rId14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195.png"/><Relationship Id="rId18" Type="http://schemas.openxmlformats.org/officeDocument/2006/relationships/image" Target="../media/image200.png"/><Relationship Id="rId26" Type="http://schemas.openxmlformats.org/officeDocument/2006/relationships/image" Target="../media/image208.png"/><Relationship Id="rId3" Type="http://schemas.openxmlformats.org/officeDocument/2006/relationships/image" Target="../media/image188.png"/><Relationship Id="rId21" Type="http://schemas.openxmlformats.org/officeDocument/2006/relationships/image" Target="../media/image203.png"/><Relationship Id="rId7" Type="http://schemas.openxmlformats.org/officeDocument/2006/relationships/image" Target="../media/image191.png"/><Relationship Id="rId12" Type="http://schemas.openxmlformats.org/officeDocument/2006/relationships/image" Target="../media/image172.png"/><Relationship Id="rId17" Type="http://schemas.openxmlformats.org/officeDocument/2006/relationships/image" Target="../media/image199.png"/><Relationship Id="rId25" Type="http://schemas.openxmlformats.org/officeDocument/2006/relationships/image" Target="../media/image20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98.png"/><Relationship Id="rId20" Type="http://schemas.openxmlformats.org/officeDocument/2006/relationships/image" Target="../media/image20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0.png"/><Relationship Id="rId11" Type="http://schemas.openxmlformats.org/officeDocument/2006/relationships/image" Target="../media/image171.png"/><Relationship Id="rId24" Type="http://schemas.openxmlformats.org/officeDocument/2006/relationships/image" Target="../media/image206.png"/><Relationship Id="rId5" Type="http://schemas.openxmlformats.org/officeDocument/2006/relationships/image" Target="../media/image189.png"/><Relationship Id="rId15" Type="http://schemas.openxmlformats.org/officeDocument/2006/relationships/image" Target="../media/image197.png"/><Relationship Id="rId23" Type="http://schemas.openxmlformats.org/officeDocument/2006/relationships/image" Target="../media/image205.png"/><Relationship Id="rId10" Type="http://schemas.openxmlformats.org/officeDocument/2006/relationships/image" Target="../media/image194.png"/><Relationship Id="rId19" Type="http://schemas.openxmlformats.org/officeDocument/2006/relationships/image" Target="../media/image201.png"/><Relationship Id="rId4" Type="http://schemas.openxmlformats.org/officeDocument/2006/relationships/image" Target="../media/image170.png"/><Relationship Id="rId9" Type="http://schemas.openxmlformats.org/officeDocument/2006/relationships/image" Target="../media/image193.png"/><Relationship Id="rId14" Type="http://schemas.openxmlformats.org/officeDocument/2006/relationships/image" Target="../media/image196.png"/><Relationship Id="rId22" Type="http://schemas.openxmlformats.org/officeDocument/2006/relationships/image" Target="../media/image20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image" Target="../media/image216.png"/><Relationship Id="rId18" Type="http://schemas.openxmlformats.org/officeDocument/2006/relationships/image" Target="../media/image221.png"/><Relationship Id="rId3" Type="http://schemas.openxmlformats.org/officeDocument/2006/relationships/image" Target="../media/image209.png"/><Relationship Id="rId21" Type="http://schemas.openxmlformats.org/officeDocument/2006/relationships/image" Target="../media/image224.png"/><Relationship Id="rId7" Type="http://schemas.openxmlformats.org/officeDocument/2006/relationships/image" Target="../media/image210.png"/><Relationship Id="rId12" Type="http://schemas.openxmlformats.org/officeDocument/2006/relationships/image" Target="../media/image215.png"/><Relationship Id="rId17" Type="http://schemas.openxmlformats.org/officeDocument/2006/relationships/image" Target="../media/image22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19.png"/><Relationship Id="rId20" Type="http://schemas.openxmlformats.org/officeDocument/2006/relationships/image" Target="../media/image2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2.png"/><Relationship Id="rId11" Type="http://schemas.openxmlformats.org/officeDocument/2006/relationships/image" Target="../media/image214.png"/><Relationship Id="rId24" Type="http://schemas.openxmlformats.org/officeDocument/2006/relationships/image" Target="../media/image227.png"/><Relationship Id="rId5" Type="http://schemas.openxmlformats.org/officeDocument/2006/relationships/image" Target="../media/image171.png"/><Relationship Id="rId15" Type="http://schemas.openxmlformats.org/officeDocument/2006/relationships/image" Target="../media/image218.png"/><Relationship Id="rId23" Type="http://schemas.openxmlformats.org/officeDocument/2006/relationships/image" Target="../media/image226.png"/><Relationship Id="rId10" Type="http://schemas.openxmlformats.org/officeDocument/2006/relationships/image" Target="../media/image213.png"/><Relationship Id="rId19" Type="http://schemas.openxmlformats.org/officeDocument/2006/relationships/image" Target="../media/image222.png"/><Relationship Id="rId4" Type="http://schemas.openxmlformats.org/officeDocument/2006/relationships/image" Target="../media/image170.png"/><Relationship Id="rId9" Type="http://schemas.openxmlformats.org/officeDocument/2006/relationships/image" Target="../media/image212.png"/><Relationship Id="rId14" Type="http://schemas.openxmlformats.org/officeDocument/2006/relationships/image" Target="../media/image217.png"/><Relationship Id="rId22" Type="http://schemas.openxmlformats.org/officeDocument/2006/relationships/image" Target="../media/image2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235.png"/><Relationship Id="rId3" Type="http://schemas.openxmlformats.org/officeDocument/2006/relationships/image" Target="../media/image228.png"/><Relationship Id="rId7" Type="http://schemas.openxmlformats.org/officeDocument/2006/relationships/image" Target="../media/image231.png"/><Relationship Id="rId12" Type="http://schemas.openxmlformats.org/officeDocument/2006/relationships/image" Target="../media/image234.png"/><Relationship Id="rId17" Type="http://schemas.openxmlformats.org/officeDocument/2006/relationships/image" Target="../media/image239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0.png"/><Relationship Id="rId11" Type="http://schemas.openxmlformats.org/officeDocument/2006/relationships/image" Target="../media/image233.png"/><Relationship Id="rId5" Type="http://schemas.openxmlformats.org/officeDocument/2006/relationships/image" Target="../media/image229.png"/><Relationship Id="rId15" Type="http://schemas.openxmlformats.org/officeDocument/2006/relationships/image" Target="../media/image237.png"/><Relationship Id="rId10" Type="http://schemas.openxmlformats.org/officeDocument/2006/relationships/image" Target="../media/image232.png"/><Relationship Id="rId4" Type="http://schemas.openxmlformats.org/officeDocument/2006/relationships/image" Target="../media/image170.png"/><Relationship Id="rId9" Type="http://schemas.openxmlformats.org/officeDocument/2006/relationships/image" Target="../media/image172.png"/><Relationship Id="rId14" Type="http://schemas.openxmlformats.org/officeDocument/2006/relationships/image" Target="../media/image2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image" Target="../media/image250.png"/><Relationship Id="rId3" Type="http://schemas.openxmlformats.org/officeDocument/2006/relationships/image" Target="../media/image240.png"/><Relationship Id="rId7" Type="http://schemas.openxmlformats.org/officeDocument/2006/relationships/image" Target="../media/image244.png"/><Relationship Id="rId12" Type="http://schemas.openxmlformats.org/officeDocument/2006/relationships/image" Target="../media/image2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3.png"/><Relationship Id="rId11" Type="http://schemas.openxmlformats.org/officeDocument/2006/relationships/image" Target="../media/image248.png"/><Relationship Id="rId5" Type="http://schemas.openxmlformats.org/officeDocument/2006/relationships/image" Target="../media/image242.png"/><Relationship Id="rId10" Type="http://schemas.openxmlformats.org/officeDocument/2006/relationships/image" Target="../media/image247.png"/><Relationship Id="rId4" Type="http://schemas.openxmlformats.org/officeDocument/2006/relationships/image" Target="../media/image241.png"/><Relationship Id="rId9" Type="http://schemas.openxmlformats.org/officeDocument/2006/relationships/image" Target="../media/image24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13" Type="http://schemas.openxmlformats.org/officeDocument/2006/relationships/image" Target="../media/image264.png"/><Relationship Id="rId18" Type="http://schemas.openxmlformats.org/officeDocument/2006/relationships/image" Target="../media/image269.png"/><Relationship Id="rId3" Type="http://schemas.openxmlformats.org/officeDocument/2006/relationships/image" Target="../media/image29.png"/><Relationship Id="rId7" Type="http://schemas.openxmlformats.org/officeDocument/2006/relationships/image" Target="../media/image258.png"/><Relationship Id="rId12" Type="http://schemas.openxmlformats.org/officeDocument/2006/relationships/image" Target="../media/image263.png"/><Relationship Id="rId17" Type="http://schemas.openxmlformats.org/officeDocument/2006/relationships/image" Target="../media/image268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7.png"/><Relationship Id="rId11" Type="http://schemas.openxmlformats.org/officeDocument/2006/relationships/image" Target="../media/image262.png"/><Relationship Id="rId5" Type="http://schemas.openxmlformats.org/officeDocument/2006/relationships/image" Target="../media/image256.png"/><Relationship Id="rId15" Type="http://schemas.openxmlformats.org/officeDocument/2006/relationships/image" Target="../media/image266.png"/><Relationship Id="rId10" Type="http://schemas.openxmlformats.org/officeDocument/2006/relationships/image" Target="../media/image261.png"/><Relationship Id="rId4" Type="http://schemas.openxmlformats.org/officeDocument/2006/relationships/image" Target="../media/image255.png"/><Relationship Id="rId9" Type="http://schemas.openxmlformats.org/officeDocument/2006/relationships/image" Target="../media/image260.png"/><Relationship Id="rId14" Type="http://schemas.openxmlformats.org/officeDocument/2006/relationships/image" Target="../media/image26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13" Type="http://schemas.openxmlformats.org/officeDocument/2006/relationships/image" Target="../media/image270.png"/><Relationship Id="rId3" Type="http://schemas.openxmlformats.org/officeDocument/2006/relationships/image" Target="../media/image240.png"/><Relationship Id="rId7" Type="http://schemas.openxmlformats.org/officeDocument/2006/relationships/image" Target="../media/image243.png"/><Relationship Id="rId12" Type="http://schemas.openxmlformats.org/officeDocument/2006/relationships/image" Target="../media/image2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2.png"/><Relationship Id="rId11" Type="http://schemas.openxmlformats.org/officeDocument/2006/relationships/image" Target="../media/image247.png"/><Relationship Id="rId5" Type="http://schemas.openxmlformats.org/officeDocument/2006/relationships/image" Target="../media/image241.png"/><Relationship Id="rId10" Type="http://schemas.openxmlformats.org/officeDocument/2006/relationships/image" Target="../media/image246.png"/><Relationship Id="rId4" Type="http://schemas.openxmlformats.org/officeDocument/2006/relationships/image" Target="../media/image250.png"/><Relationship Id="rId9" Type="http://schemas.openxmlformats.org/officeDocument/2006/relationships/image" Target="../media/image245.png"/><Relationship Id="rId14" Type="http://schemas.openxmlformats.org/officeDocument/2006/relationships/image" Target="../media/image27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png"/><Relationship Id="rId7" Type="http://schemas.openxmlformats.org/officeDocument/2006/relationships/image" Target="../media/image27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6.png"/><Relationship Id="rId5" Type="http://schemas.openxmlformats.org/officeDocument/2006/relationships/image" Target="../media/image275.png"/><Relationship Id="rId4" Type="http://schemas.openxmlformats.org/officeDocument/2006/relationships/image" Target="../media/image27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3" Type="http://schemas.openxmlformats.org/officeDocument/2006/relationships/image" Target="../media/image209.png"/><Relationship Id="rId7" Type="http://schemas.openxmlformats.org/officeDocument/2006/relationships/image" Target="../media/image28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0.png"/><Relationship Id="rId5" Type="http://schemas.openxmlformats.org/officeDocument/2006/relationships/image" Target="../media/image279.png"/><Relationship Id="rId4" Type="http://schemas.openxmlformats.org/officeDocument/2006/relationships/image" Target="../media/image278.png"/><Relationship Id="rId9" Type="http://schemas.openxmlformats.org/officeDocument/2006/relationships/image" Target="../media/image28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3" Type="http://schemas.openxmlformats.org/officeDocument/2006/relationships/image" Target="../media/image209.png"/><Relationship Id="rId7" Type="http://schemas.openxmlformats.org/officeDocument/2006/relationships/image" Target="../media/image28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0.png"/><Relationship Id="rId11" Type="http://schemas.openxmlformats.org/officeDocument/2006/relationships/image" Target="../media/image283.png"/><Relationship Id="rId5" Type="http://schemas.openxmlformats.org/officeDocument/2006/relationships/image" Target="../media/image279.png"/><Relationship Id="rId10" Type="http://schemas.openxmlformats.org/officeDocument/2006/relationships/image" Target="../media/image282.png"/><Relationship Id="rId4" Type="http://schemas.openxmlformats.org/officeDocument/2006/relationships/image" Target="../media/image278.png"/><Relationship Id="rId9" Type="http://schemas.openxmlformats.org/officeDocument/2006/relationships/image" Target="../media/image28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png"/><Relationship Id="rId13" Type="http://schemas.openxmlformats.org/officeDocument/2006/relationships/image" Target="../media/image294.png"/><Relationship Id="rId18" Type="http://schemas.openxmlformats.org/officeDocument/2006/relationships/image" Target="../media/image299.png"/><Relationship Id="rId3" Type="http://schemas.openxmlformats.org/officeDocument/2006/relationships/image" Target="../media/image209.png"/><Relationship Id="rId21" Type="http://schemas.openxmlformats.org/officeDocument/2006/relationships/image" Target="../media/image302.png"/><Relationship Id="rId7" Type="http://schemas.openxmlformats.org/officeDocument/2006/relationships/image" Target="../media/image288.png"/><Relationship Id="rId12" Type="http://schemas.openxmlformats.org/officeDocument/2006/relationships/image" Target="../media/image293.png"/><Relationship Id="rId17" Type="http://schemas.openxmlformats.org/officeDocument/2006/relationships/image" Target="../media/image298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297.png"/><Relationship Id="rId20" Type="http://schemas.openxmlformats.org/officeDocument/2006/relationships/image" Target="../media/image30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7.png"/><Relationship Id="rId11" Type="http://schemas.openxmlformats.org/officeDocument/2006/relationships/image" Target="../media/image292.png"/><Relationship Id="rId5" Type="http://schemas.openxmlformats.org/officeDocument/2006/relationships/image" Target="../media/image286.png"/><Relationship Id="rId15" Type="http://schemas.openxmlformats.org/officeDocument/2006/relationships/image" Target="../media/image296.png"/><Relationship Id="rId23" Type="http://schemas.openxmlformats.org/officeDocument/2006/relationships/image" Target="../media/image304.png"/><Relationship Id="rId10" Type="http://schemas.openxmlformats.org/officeDocument/2006/relationships/image" Target="../media/image291.png"/><Relationship Id="rId19" Type="http://schemas.openxmlformats.org/officeDocument/2006/relationships/image" Target="../media/image300.png"/><Relationship Id="rId4" Type="http://schemas.openxmlformats.org/officeDocument/2006/relationships/image" Target="../media/image278.png"/><Relationship Id="rId9" Type="http://schemas.openxmlformats.org/officeDocument/2006/relationships/image" Target="../media/image290.png"/><Relationship Id="rId14" Type="http://schemas.openxmlformats.org/officeDocument/2006/relationships/image" Target="../media/image295.png"/><Relationship Id="rId22" Type="http://schemas.openxmlformats.org/officeDocument/2006/relationships/image" Target="../media/image30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png"/><Relationship Id="rId13" Type="http://schemas.openxmlformats.org/officeDocument/2006/relationships/image" Target="../media/image313.png"/><Relationship Id="rId18" Type="http://schemas.openxmlformats.org/officeDocument/2006/relationships/image" Target="../media/image318.png"/><Relationship Id="rId26" Type="http://schemas.openxmlformats.org/officeDocument/2006/relationships/image" Target="../media/image326.png"/><Relationship Id="rId3" Type="http://schemas.openxmlformats.org/officeDocument/2006/relationships/image" Target="../media/image169.png"/><Relationship Id="rId21" Type="http://schemas.openxmlformats.org/officeDocument/2006/relationships/image" Target="../media/image321.png"/><Relationship Id="rId7" Type="http://schemas.openxmlformats.org/officeDocument/2006/relationships/image" Target="../media/image307.png"/><Relationship Id="rId12" Type="http://schemas.openxmlformats.org/officeDocument/2006/relationships/image" Target="../media/image312.png"/><Relationship Id="rId17" Type="http://schemas.openxmlformats.org/officeDocument/2006/relationships/image" Target="../media/image317.png"/><Relationship Id="rId25" Type="http://schemas.openxmlformats.org/officeDocument/2006/relationships/image" Target="../media/image325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16.png"/><Relationship Id="rId20" Type="http://schemas.openxmlformats.org/officeDocument/2006/relationships/image" Target="../media/image3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6.png"/><Relationship Id="rId11" Type="http://schemas.openxmlformats.org/officeDocument/2006/relationships/image" Target="../media/image311.png"/><Relationship Id="rId24" Type="http://schemas.openxmlformats.org/officeDocument/2006/relationships/image" Target="../media/image324.png"/><Relationship Id="rId5" Type="http://schemas.openxmlformats.org/officeDocument/2006/relationships/image" Target="../media/image305.png"/><Relationship Id="rId15" Type="http://schemas.openxmlformats.org/officeDocument/2006/relationships/image" Target="../media/image315.png"/><Relationship Id="rId23" Type="http://schemas.openxmlformats.org/officeDocument/2006/relationships/image" Target="../media/image323.png"/><Relationship Id="rId10" Type="http://schemas.openxmlformats.org/officeDocument/2006/relationships/image" Target="../media/image310.png"/><Relationship Id="rId19" Type="http://schemas.openxmlformats.org/officeDocument/2006/relationships/image" Target="../media/image319.png"/><Relationship Id="rId4" Type="http://schemas.openxmlformats.org/officeDocument/2006/relationships/image" Target="../media/image278.png"/><Relationship Id="rId9" Type="http://schemas.openxmlformats.org/officeDocument/2006/relationships/image" Target="../media/image309.png"/><Relationship Id="rId14" Type="http://schemas.openxmlformats.org/officeDocument/2006/relationships/image" Target="../media/image314.png"/><Relationship Id="rId22" Type="http://schemas.openxmlformats.org/officeDocument/2006/relationships/image" Target="../media/image322.png"/><Relationship Id="rId27" Type="http://schemas.openxmlformats.org/officeDocument/2006/relationships/image" Target="../media/image32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png"/><Relationship Id="rId13" Type="http://schemas.openxmlformats.org/officeDocument/2006/relationships/image" Target="../media/image334.png"/><Relationship Id="rId18" Type="http://schemas.openxmlformats.org/officeDocument/2006/relationships/image" Target="../media/image339.png"/><Relationship Id="rId3" Type="http://schemas.openxmlformats.org/officeDocument/2006/relationships/image" Target="../media/image209.png"/><Relationship Id="rId21" Type="http://schemas.openxmlformats.org/officeDocument/2006/relationships/image" Target="../media/image342.png"/><Relationship Id="rId7" Type="http://schemas.openxmlformats.org/officeDocument/2006/relationships/image" Target="../media/image328.png"/><Relationship Id="rId12" Type="http://schemas.openxmlformats.org/officeDocument/2006/relationships/image" Target="../media/image333.png"/><Relationship Id="rId17" Type="http://schemas.openxmlformats.org/officeDocument/2006/relationships/image" Target="../media/image338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337.png"/><Relationship Id="rId20" Type="http://schemas.openxmlformats.org/officeDocument/2006/relationships/image" Target="../media/image3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7.png"/><Relationship Id="rId11" Type="http://schemas.openxmlformats.org/officeDocument/2006/relationships/image" Target="../media/image332.png"/><Relationship Id="rId5" Type="http://schemas.openxmlformats.org/officeDocument/2006/relationships/image" Target="../media/image286.png"/><Relationship Id="rId15" Type="http://schemas.openxmlformats.org/officeDocument/2006/relationships/image" Target="../media/image336.png"/><Relationship Id="rId23" Type="http://schemas.openxmlformats.org/officeDocument/2006/relationships/image" Target="../media/image344.png"/><Relationship Id="rId10" Type="http://schemas.openxmlformats.org/officeDocument/2006/relationships/image" Target="../media/image331.png"/><Relationship Id="rId19" Type="http://schemas.openxmlformats.org/officeDocument/2006/relationships/image" Target="../media/image340.png"/><Relationship Id="rId4" Type="http://schemas.openxmlformats.org/officeDocument/2006/relationships/image" Target="../media/image278.png"/><Relationship Id="rId9" Type="http://schemas.openxmlformats.org/officeDocument/2006/relationships/image" Target="../media/image330.png"/><Relationship Id="rId14" Type="http://schemas.openxmlformats.org/officeDocument/2006/relationships/image" Target="../media/image335.png"/><Relationship Id="rId22" Type="http://schemas.openxmlformats.org/officeDocument/2006/relationships/image" Target="../media/image34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png"/><Relationship Id="rId13" Type="http://schemas.openxmlformats.org/officeDocument/2006/relationships/image" Target="../media/image352.png"/><Relationship Id="rId18" Type="http://schemas.openxmlformats.org/officeDocument/2006/relationships/image" Target="../media/image357.png"/><Relationship Id="rId3" Type="http://schemas.openxmlformats.org/officeDocument/2006/relationships/image" Target="../media/image278.png"/><Relationship Id="rId7" Type="http://schemas.openxmlformats.org/officeDocument/2006/relationships/image" Target="../media/image346.png"/><Relationship Id="rId12" Type="http://schemas.openxmlformats.org/officeDocument/2006/relationships/image" Target="../media/image351.png"/><Relationship Id="rId17" Type="http://schemas.openxmlformats.org/officeDocument/2006/relationships/image" Target="../media/image356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35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5.png"/><Relationship Id="rId11" Type="http://schemas.openxmlformats.org/officeDocument/2006/relationships/image" Target="../media/image350.png"/><Relationship Id="rId5" Type="http://schemas.openxmlformats.org/officeDocument/2006/relationships/image" Target="../media/image287.png"/><Relationship Id="rId15" Type="http://schemas.openxmlformats.org/officeDocument/2006/relationships/image" Target="../media/image354.png"/><Relationship Id="rId10" Type="http://schemas.openxmlformats.org/officeDocument/2006/relationships/image" Target="../media/image349.png"/><Relationship Id="rId19" Type="http://schemas.openxmlformats.org/officeDocument/2006/relationships/image" Target="../media/image358.png"/><Relationship Id="rId4" Type="http://schemas.openxmlformats.org/officeDocument/2006/relationships/image" Target="../media/image286.png"/><Relationship Id="rId9" Type="http://schemas.openxmlformats.org/officeDocument/2006/relationships/image" Target="../media/image348.png"/><Relationship Id="rId14" Type="http://schemas.openxmlformats.org/officeDocument/2006/relationships/image" Target="../media/image35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png"/><Relationship Id="rId13" Type="http://schemas.openxmlformats.org/officeDocument/2006/relationships/image" Target="../media/image366.png"/><Relationship Id="rId18" Type="http://schemas.openxmlformats.org/officeDocument/2006/relationships/image" Target="../media/image370.png"/><Relationship Id="rId26" Type="http://schemas.openxmlformats.org/officeDocument/2006/relationships/image" Target="../media/image378.png"/><Relationship Id="rId3" Type="http://schemas.openxmlformats.org/officeDocument/2006/relationships/image" Target="../media/image209.png"/><Relationship Id="rId21" Type="http://schemas.openxmlformats.org/officeDocument/2006/relationships/image" Target="../media/image373.png"/><Relationship Id="rId7" Type="http://schemas.openxmlformats.org/officeDocument/2006/relationships/image" Target="../media/image360.png"/><Relationship Id="rId12" Type="http://schemas.openxmlformats.org/officeDocument/2006/relationships/image" Target="../media/image365.png"/><Relationship Id="rId17" Type="http://schemas.openxmlformats.org/officeDocument/2006/relationships/image" Target="../media/image369.png"/><Relationship Id="rId25" Type="http://schemas.openxmlformats.org/officeDocument/2006/relationships/image" Target="../media/image377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337.png"/><Relationship Id="rId20" Type="http://schemas.openxmlformats.org/officeDocument/2006/relationships/image" Target="../media/image37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9.png"/><Relationship Id="rId11" Type="http://schemas.openxmlformats.org/officeDocument/2006/relationships/image" Target="../media/image364.png"/><Relationship Id="rId24" Type="http://schemas.openxmlformats.org/officeDocument/2006/relationships/image" Target="../media/image376.png"/><Relationship Id="rId5" Type="http://schemas.openxmlformats.org/officeDocument/2006/relationships/image" Target="../media/image286.png"/><Relationship Id="rId15" Type="http://schemas.openxmlformats.org/officeDocument/2006/relationships/image" Target="../media/image368.png"/><Relationship Id="rId23" Type="http://schemas.openxmlformats.org/officeDocument/2006/relationships/image" Target="../media/image375.png"/><Relationship Id="rId10" Type="http://schemas.openxmlformats.org/officeDocument/2006/relationships/image" Target="../media/image363.png"/><Relationship Id="rId19" Type="http://schemas.openxmlformats.org/officeDocument/2006/relationships/image" Target="../media/image371.png"/><Relationship Id="rId4" Type="http://schemas.openxmlformats.org/officeDocument/2006/relationships/image" Target="../media/image278.png"/><Relationship Id="rId9" Type="http://schemas.openxmlformats.org/officeDocument/2006/relationships/image" Target="../media/image362.png"/><Relationship Id="rId14" Type="http://schemas.openxmlformats.org/officeDocument/2006/relationships/image" Target="../media/image367.png"/><Relationship Id="rId22" Type="http://schemas.openxmlformats.org/officeDocument/2006/relationships/image" Target="../media/image374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6.png"/><Relationship Id="rId18" Type="http://schemas.openxmlformats.org/officeDocument/2006/relationships/image" Target="../media/image391.png"/><Relationship Id="rId26" Type="http://schemas.openxmlformats.org/officeDocument/2006/relationships/image" Target="../media/image399.png"/><Relationship Id="rId3" Type="http://schemas.openxmlformats.org/officeDocument/2006/relationships/image" Target="../media/image209.png"/><Relationship Id="rId21" Type="http://schemas.openxmlformats.org/officeDocument/2006/relationships/image" Target="../media/image394.png"/><Relationship Id="rId34" Type="http://schemas.openxmlformats.org/officeDocument/2006/relationships/image" Target="../media/image407.png"/><Relationship Id="rId7" Type="http://schemas.openxmlformats.org/officeDocument/2006/relationships/image" Target="../media/image380.png"/><Relationship Id="rId12" Type="http://schemas.openxmlformats.org/officeDocument/2006/relationships/image" Target="../media/image385.png"/><Relationship Id="rId17" Type="http://schemas.openxmlformats.org/officeDocument/2006/relationships/image" Target="../media/image390.png"/><Relationship Id="rId25" Type="http://schemas.openxmlformats.org/officeDocument/2006/relationships/image" Target="../media/image398.png"/><Relationship Id="rId33" Type="http://schemas.openxmlformats.org/officeDocument/2006/relationships/image" Target="../media/image406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389.png"/><Relationship Id="rId20" Type="http://schemas.openxmlformats.org/officeDocument/2006/relationships/image" Target="../media/image393.png"/><Relationship Id="rId29" Type="http://schemas.openxmlformats.org/officeDocument/2006/relationships/image" Target="../media/image40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9.png"/><Relationship Id="rId11" Type="http://schemas.openxmlformats.org/officeDocument/2006/relationships/image" Target="../media/image384.png"/><Relationship Id="rId24" Type="http://schemas.openxmlformats.org/officeDocument/2006/relationships/image" Target="../media/image397.png"/><Relationship Id="rId32" Type="http://schemas.openxmlformats.org/officeDocument/2006/relationships/image" Target="../media/image405.png"/><Relationship Id="rId5" Type="http://schemas.openxmlformats.org/officeDocument/2006/relationships/image" Target="../media/image286.png"/><Relationship Id="rId15" Type="http://schemas.openxmlformats.org/officeDocument/2006/relationships/image" Target="../media/image388.png"/><Relationship Id="rId23" Type="http://schemas.openxmlformats.org/officeDocument/2006/relationships/image" Target="../media/image396.png"/><Relationship Id="rId28" Type="http://schemas.openxmlformats.org/officeDocument/2006/relationships/image" Target="../media/image401.png"/><Relationship Id="rId10" Type="http://schemas.openxmlformats.org/officeDocument/2006/relationships/image" Target="../media/image383.png"/><Relationship Id="rId19" Type="http://schemas.openxmlformats.org/officeDocument/2006/relationships/image" Target="../media/image392.png"/><Relationship Id="rId31" Type="http://schemas.openxmlformats.org/officeDocument/2006/relationships/image" Target="../media/image404.png"/><Relationship Id="rId4" Type="http://schemas.openxmlformats.org/officeDocument/2006/relationships/image" Target="../media/image278.png"/><Relationship Id="rId9" Type="http://schemas.openxmlformats.org/officeDocument/2006/relationships/image" Target="../media/image382.png"/><Relationship Id="rId14" Type="http://schemas.openxmlformats.org/officeDocument/2006/relationships/image" Target="../media/image387.png"/><Relationship Id="rId22" Type="http://schemas.openxmlformats.org/officeDocument/2006/relationships/image" Target="../media/image395.png"/><Relationship Id="rId27" Type="http://schemas.openxmlformats.org/officeDocument/2006/relationships/image" Target="../media/image400.png"/><Relationship Id="rId30" Type="http://schemas.openxmlformats.org/officeDocument/2006/relationships/image" Target="../media/image403.png"/><Relationship Id="rId8" Type="http://schemas.openxmlformats.org/officeDocument/2006/relationships/image" Target="../media/image38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9.png"/><Relationship Id="rId13" Type="http://schemas.openxmlformats.org/officeDocument/2006/relationships/image" Target="../media/image414.png"/><Relationship Id="rId18" Type="http://schemas.openxmlformats.org/officeDocument/2006/relationships/image" Target="../media/image419.png"/><Relationship Id="rId3" Type="http://schemas.openxmlformats.org/officeDocument/2006/relationships/image" Target="../media/image209.png"/><Relationship Id="rId7" Type="http://schemas.openxmlformats.org/officeDocument/2006/relationships/image" Target="../media/image408.png"/><Relationship Id="rId12" Type="http://schemas.openxmlformats.org/officeDocument/2006/relationships/image" Target="../media/image413.png"/><Relationship Id="rId17" Type="http://schemas.openxmlformats.org/officeDocument/2006/relationships/image" Target="../media/image418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417.png"/><Relationship Id="rId20" Type="http://schemas.openxmlformats.org/officeDocument/2006/relationships/image" Target="../media/image4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7.png"/><Relationship Id="rId11" Type="http://schemas.openxmlformats.org/officeDocument/2006/relationships/image" Target="../media/image412.png"/><Relationship Id="rId5" Type="http://schemas.openxmlformats.org/officeDocument/2006/relationships/image" Target="../media/image286.png"/><Relationship Id="rId15" Type="http://schemas.openxmlformats.org/officeDocument/2006/relationships/image" Target="../media/image416.png"/><Relationship Id="rId10" Type="http://schemas.openxmlformats.org/officeDocument/2006/relationships/image" Target="../media/image411.png"/><Relationship Id="rId19" Type="http://schemas.openxmlformats.org/officeDocument/2006/relationships/image" Target="../media/image420.png"/><Relationship Id="rId4" Type="http://schemas.openxmlformats.org/officeDocument/2006/relationships/image" Target="../media/image278.png"/><Relationship Id="rId9" Type="http://schemas.openxmlformats.org/officeDocument/2006/relationships/image" Target="../media/image410.png"/><Relationship Id="rId14" Type="http://schemas.openxmlformats.org/officeDocument/2006/relationships/image" Target="../media/image41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5.png"/><Relationship Id="rId13" Type="http://schemas.openxmlformats.org/officeDocument/2006/relationships/image" Target="../media/image430.png"/><Relationship Id="rId18" Type="http://schemas.openxmlformats.org/officeDocument/2006/relationships/image" Target="../media/image435.png"/><Relationship Id="rId3" Type="http://schemas.openxmlformats.org/officeDocument/2006/relationships/image" Target="../media/image422.png"/><Relationship Id="rId21" Type="http://schemas.openxmlformats.org/officeDocument/2006/relationships/image" Target="../media/image438.png"/><Relationship Id="rId7" Type="http://schemas.openxmlformats.org/officeDocument/2006/relationships/image" Target="../media/image424.png"/><Relationship Id="rId12" Type="http://schemas.openxmlformats.org/officeDocument/2006/relationships/image" Target="../media/image429.png"/><Relationship Id="rId17" Type="http://schemas.openxmlformats.org/officeDocument/2006/relationships/image" Target="../media/image434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433.png"/><Relationship Id="rId20" Type="http://schemas.openxmlformats.org/officeDocument/2006/relationships/image" Target="../media/image4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3.png"/><Relationship Id="rId11" Type="http://schemas.openxmlformats.org/officeDocument/2006/relationships/image" Target="../media/image428.png"/><Relationship Id="rId5" Type="http://schemas.openxmlformats.org/officeDocument/2006/relationships/image" Target="../media/image171.png"/><Relationship Id="rId15" Type="http://schemas.openxmlformats.org/officeDocument/2006/relationships/image" Target="../media/image432.png"/><Relationship Id="rId23" Type="http://schemas.openxmlformats.org/officeDocument/2006/relationships/image" Target="../media/image440.png"/><Relationship Id="rId10" Type="http://schemas.openxmlformats.org/officeDocument/2006/relationships/image" Target="../media/image427.png"/><Relationship Id="rId19" Type="http://schemas.openxmlformats.org/officeDocument/2006/relationships/image" Target="../media/image436.png"/><Relationship Id="rId4" Type="http://schemas.openxmlformats.org/officeDocument/2006/relationships/image" Target="../media/image170.png"/><Relationship Id="rId9" Type="http://schemas.openxmlformats.org/officeDocument/2006/relationships/image" Target="../media/image426.png"/><Relationship Id="rId14" Type="http://schemas.openxmlformats.org/officeDocument/2006/relationships/image" Target="../media/image431.png"/><Relationship Id="rId22" Type="http://schemas.openxmlformats.org/officeDocument/2006/relationships/image" Target="../media/image439.png"/></Relationships>
</file>

<file path=ppt/slides/_rels/slide3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61.png"/><Relationship Id="rId21" Type="http://schemas.openxmlformats.org/officeDocument/2006/relationships/image" Target="../media/image456.png"/><Relationship Id="rId42" Type="http://schemas.openxmlformats.org/officeDocument/2006/relationships/image" Target="../media/image477.png"/><Relationship Id="rId47" Type="http://schemas.openxmlformats.org/officeDocument/2006/relationships/image" Target="../media/image482.png"/><Relationship Id="rId63" Type="http://schemas.openxmlformats.org/officeDocument/2006/relationships/image" Target="../media/image498.png"/><Relationship Id="rId68" Type="http://schemas.openxmlformats.org/officeDocument/2006/relationships/image" Target="../media/image503.png"/><Relationship Id="rId84" Type="http://schemas.openxmlformats.org/officeDocument/2006/relationships/image" Target="../media/image519.png"/><Relationship Id="rId16" Type="http://schemas.openxmlformats.org/officeDocument/2006/relationships/image" Target="../media/image451.png"/><Relationship Id="rId11" Type="http://schemas.openxmlformats.org/officeDocument/2006/relationships/image" Target="../media/image446.png"/><Relationship Id="rId32" Type="http://schemas.openxmlformats.org/officeDocument/2006/relationships/image" Target="../media/image467.png"/><Relationship Id="rId37" Type="http://schemas.openxmlformats.org/officeDocument/2006/relationships/image" Target="../media/image472.png"/><Relationship Id="rId53" Type="http://schemas.openxmlformats.org/officeDocument/2006/relationships/image" Target="../media/image488.png"/><Relationship Id="rId58" Type="http://schemas.openxmlformats.org/officeDocument/2006/relationships/image" Target="../media/image493.png"/><Relationship Id="rId74" Type="http://schemas.openxmlformats.org/officeDocument/2006/relationships/image" Target="../media/image509.png"/><Relationship Id="rId79" Type="http://schemas.openxmlformats.org/officeDocument/2006/relationships/image" Target="../media/image514.png"/><Relationship Id="rId5" Type="http://schemas.openxmlformats.org/officeDocument/2006/relationships/image" Target="../media/image441.png"/><Relationship Id="rId61" Type="http://schemas.openxmlformats.org/officeDocument/2006/relationships/image" Target="../media/image496.png"/><Relationship Id="rId82" Type="http://schemas.openxmlformats.org/officeDocument/2006/relationships/image" Target="../media/image517.png"/><Relationship Id="rId19" Type="http://schemas.openxmlformats.org/officeDocument/2006/relationships/image" Target="../media/image454.png"/><Relationship Id="rId14" Type="http://schemas.openxmlformats.org/officeDocument/2006/relationships/image" Target="../media/image449.png"/><Relationship Id="rId22" Type="http://schemas.openxmlformats.org/officeDocument/2006/relationships/image" Target="../media/image457.png"/><Relationship Id="rId27" Type="http://schemas.openxmlformats.org/officeDocument/2006/relationships/image" Target="../media/image462.png"/><Relationship Id="rId30" Type="http://schemas.openxmlformats.org/officeDocument/2006/relationships/image" Target="../media/image465.png"/><Relationship Id="rId35" Type="http://schemas.openxmlformats.org/officeDocument/2006/relationships/image" Target="../media/image470.png"/><Relationship Id="rId43" Type="http://schemas.openxmlformats.org/officeDocument/2006/relationships/image" Target="../media/image478.png"/><Relationship Id="rId48" Type="http://schemas.openxmlformats.org/officeDocument/2006/relationships/image" Target="../media/image483.png"/><Relationship Id="rId56" Type="http://schemas.openxmlformats.org/officeDocument/2006/relationships/image" Target="../media/image491.png"/><Relationship Id="rId64" Type="http://schemas.openxmlformats.org/officeDocument/2006/relationships/image" Target="../media/image499.png"/><Relationship Id="rId69" Type="http://schemas.openxmlformats.org/officeDocument/2006/relationships/image" Target="../media/image504.png"/><Relationship Id="rId77" Type="http://schemas.openxmlformats.org/officeDocument/2006/relationships/image" Target="../media/image512.png"/><Relationship Id="rId8" Type="http://schemas.openxmlformats.org/officeDocument/2006/relationships/image" Target="../media/image425.png"/><Relationship Id="rId51" Type="http://schemas.openxmlformats.org/officeDocument/2006/relationships/image" Target="../media/image486.png"/><Relationship Id="rId72" Type="http://schemas.openxmlformats.org/officeDocument/2006/relationships/image" Target="../media/image507.png"/><Relationship Id="rId80" Type="http://schemas.openxmlformats.org/officeDocument/2006/relationships/image" Target="../media/image515.png"/><Relationship Id="rId3" Type="http://schemas.openxmlformats.org/officeDocument/2006/relationships/image" Target="../media/image422.png"/><Relationship Id="rId12" Type="http://schemas.openxmlformats.org/officeDocument/2006/relationships/image" Target="../media/image447.png"/><Relationship Id="rId17" Type="http://schemas.openxmlformats.org/officeDocument/2006/relationships/image" Target="../media/image452.png"/><Relationship Id="rId25" Type="http://schemas.openxmlformats.org/officeDocument/2006/relationships/image" Target="../media/image460.png"/><Relationship Id="rId33" Type="http://schemas.openxmlformats.org/officeDocument/2006/relationships/image" Target="../media/image468.png"/><Relationship Id="rId38" Type="http://schemas.openxmlformats.org/officeDocument/2006/relationships/image" Target="../media/image473.png"/><Relationship Id="rId46" Type="http://schemas.openxmlformats.org/officeDocument/2006/relationships/image" Target="../media/image481.png"/><Relationship Id="rId59" Type="http://schemas.openxmlformats.org/officeDocument/2006/relationships/image" Target="../media/image494.png"/><Relationship Id="rId67" Type="http://schemas.openxmlformats.org/officeDocument/2006/relationships/image" Target="../media/image502.png"/><Relationship Id="rId20" Type="http://schemas.openxmlformats.org/officeDocument/2006/relationships/image" Target="../media/image455.png"/><Relationship Id="rId41" Type="http://schemas.openxmlformats.org/officeDocument/2006/relationships/image" Target="../media/image476.png"/><Relationship Id="rId54" Type="http://schemas.openxmlformats.org/officeDocument/2006/relationships/image" Target="../media/image489.png"/><Relationship Id="rId62" Type="http://schemas.openxmlformats.org/officeDocument/2006/relationships/image" Target="../media/image497.png"/><Relationship Id="rId70" Type="http://schemas.openxmlformats.org/officeDocument/2006/relationships/image" Target="../media/image505.png"/><Relationship Id="rId75" Type="http://schemas.openxmlformats.org/officeDocument/2006/relationships/image" Target="../media/image510.png"/><Relationship Id="rId83" Type="http://schemas.openxmlformats.org/officeDocument/2006/relationships/image" Target="../media/image5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2.png"/><Relationship Id="rId15" Type="http://schemas.openxmlformats.org/officeDocument/2006/relationships/image" Target="../media/image450.png"/><Relationship Id="rId23" Type="http://schemas.openxmlformats.org/officeDocument/2006/relationships/image" Target="../media/image458.png"/><Relationship Id="rId28" Type="http://schemas.openxmlformats.org/officeDocument/2006/relationships/image" Target="../media/image463.png"/><Relationship Id="rId36" Type="http://schemas.openxmlformats.org/officeDocument/2006/relationships/image" Target="../media/image471.png"/><Relationship Id="rId49" Type="http://schemas.openxmlformats.org/officeDocument/2006/relationships/image" Target="../media/image484.png"/><Relationship Id="rId57" Type="http://schemas.openxmlformats.org/officeDocument/2006/relationships/image" Target="../media/image492.png"/><Relationship Id="rId10" Type="http://schemas.openxmlformats.org/officeDocument/2006/relationships/image" Target="../media/image445.png"/><Relationship Id="rId31" Type="http://schemas.openxmlformats.org/officeDocument/2006/relationships/image" Target="../media/image466.png"/><Relationship Id="rId44" Type="http://schemas.openxmlformats.org/officeDocument/2006/relationships/image" Target="../media/image479.png"/><Relationship Id="rId52" Type="http://schemas.openxmlformats.org/officeDocument/2006/relationships/image" Target="../media/image487.png"/><Relationship Id="rId60" Type="http://schemas.openxmlformats.org/officeDocument/2006/relationships/image" Target="../media/image495.png"/><Relationship Id="rId65" Type="http://schemas.openxmlformats.org/officeDocument/2006/relationships/image" Target="../media/image500.png"/><Relationship Id="rId73" Type="http://schemas.openxmlformats.org/officeDocument/2006/relationships/image" Target="../media/image508.png"/><Relationship Id="rId78" Type="http://schemas.openxmlformats.org/officeDocument/2006/relationships/image" Target="../media/image513.png"/><Relationship Id="rId81" Type="http://schemas.openxmlformats.org/officeDocument/2006/relationships/image" Target="../media/image516.png"/><Relationship Id="rId4" Type="http://schemas.openxmlformats.org/officeDocument/2006/relationships/image" Target="../media/image170.png"/><Relationship Id="rId9" Type="http://schemas.openxmlformats.org/officeDocument/2006/relationships/image" Target="../media/image444.png"/><Relationship Id="rId13" Type="http://schemas.openxmlformats.org/officeDocument/2006/relationships/image" Target="../media/image448.png"/><Relationship Id="rId18" Type="http://schemas.openxmlformats.org/officeDocument/2006/relationships/image" Target="../media/image453.png"/><Relationship Id="rId39" Type="http://schemas.openxmlformats.org/officeDocument/2006/relationships/image" Target="../media/image474.png"/><Relationship Id="rId34" Type="http://schemas.openxmlformats.org/officeDocument/2006/relationships/image" Target="../media/image469.png"/><Relationship Id="rId50" Type="http://schemas.openxmlformats.org/officeDocument/2006/relationships/image" Target="../media/image485.png"/><Relationship Id="rId55" Type="http://schemas.openxmlformats.org/officeDocument/2006/relationships/image" Target="../media/image490.png"/><Relationship Id="rId76" Type="http://schemas.openxmlformats.org/officeDocument/2006/relationships/image" Target="../media/image511.png"/><Relationship Id="rId7" Type="http://schemas.openxmlformats.org/officeDocument/2006/relationships/image" Target="../media/image443.png"/><Relationship Id="rId71" Type="http://schemas.openxmlformats.org/officeDocument/2006/relationships/image" Target="../media/image506.png"/><Relationship Id="rId2" Type="http://schemas.openxmlformats.org/officeDocument/2006/relationships/notesSlide" Target="../notesSlides/notesSlide30.xml"/><Relationship Id="rId29" Type="http://schemas.openxmlformats.org/officeDocument/2006/relationships/image" Target="../media/image464.png"/><Relationship Id="rId24" Type="http://schemas.openxmlformats.org/officeDocument/2006/relationships/image" Target="../media/image459.png"/><Relationship Id="rId40" Type="http://schemas.openxmlformats.org/officeDocument/2006/relationships/image" Target="../media/image475.png"/><Relationship Id="rId45" Type="http://schemas.openxmlformats.org/officeDocument/2006/relationships/image" Target="../media/image480.png"/><Relationship Id="rId66" Type="http://schemas.openxmlformats.org/officeDocument/2006/relationships/image" Target="../media/image50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5.png"/><Relationship Id="rId13" Type="http://schemas.openxmlformats.org/officeDocument/2006/relationships/image" Target="../media/image530.png"/><Relationship Id="rId3" Type="http://schemas.openxmlformats.org/officeDocument/2006/relationships/image" Target="../media/image520.png"/><Relationship Id="rId7" Type="http://schemas.openxmlformats.org/officeDocument/2006/relationships/image" Target="../media/image524.png"/><Relationship Id="rId12" Type="http://schemas.openxmlformats.org/officeDocument/2006/relationships/image" Target="../media/image5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3.png"/><Relationship Id="rId11" Type="http://schemas.openxmlformats.org/officeDocument/2006/relationships/image" Target="../media/image528.png"/><Relationship Id="rId5" Type="http://schemas.openxmlformats.org/officeDocument/2006/relationships/image" Target="../media/image522.png"/><Relationship Id="rId15" Type="http://schemas.openxmlformats.org/officeDocument/2006/relationships/image" Target="../media/image532.png"/><Relationship Id="rId10" Type="http://schemas.openxmlformats.org/officeDocument/2006/relationships/image" Target="../media/image527.png"/><Relationship Id="rId4" Type="http://schemas.openxmlformats.org/officeDocument/2006/relationships/image" Target="../media/image521.png"/><Relationship Id="rId9" Type="http://schemas.openxmlformats.org/officeDocument/2006/relationships/image" Target="../media/image526.png"/><Relationship Id="rId14" Type="http://schemas.openxmlformats.org/officeDocument/2006/relationships/image" Target="../media/image53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8.png"/><Relationship Id="rId3" Type="http://schemas.openxmlformats.org/officeDocument/2006/relationships/image" Target="../media/image533.png"/><Relationship Id="rId7" Type="http://schemas.openxmlformats.org/officeDocument/2006/relationships/image" Target="../media/image5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6.png"/><Relationship Id="rId11" Type="http://schemas.openxmlformats.org/officeDocument/2006/relationships/image" Target="../media/image541.png"/><Relationship Id="rId5" Type="http://schemas.openxmlformats.org/officeDocument/2006/relationships/image" Target="../media/image535.png"/><Relationship Id="rId10" Type="http://schemas.openxmlformats.org/officeDocument/2006/relationships/image" Target="../media/image540.png"/><Relationship Id="rId4" Type="http://schemas.openxmlformats.org/officeDocument/2006/relationships/image" Target="../media/image534.png"/><Relationship Id="rId9" Type="http://schemas.openxmlformats.org/officeDocument/2006/relationships/image" Target="../media/image5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4.png"/><Relationship Id="rId4" Type="http://schemas.openxmlformats.org/officeDocument/2006/relationships/image" Target="../media/image54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4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EAC08-0906-FC2B-BB3E-27CC36190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green triangle&#10;&#10;AI-generated content may be incorrect.">
            <a:extLst>
              <a:ext uri="{FF2B5EF4-FFF2-40B4-BE49-F238E27FC236}">
                <a16:creationId xmlns:a16="http://schemas.microsoft.com/office/drawing/2014/main" id="{0567E6F1-45AB-9BDB-5CCA-94569DD4C0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6" b="1363"/>
          <a:stretch>
            <a:fillRect/>
          </a:stretch>
        </p:blipFill>
        <p:spPr>
          <a:xfrm>
            <a:off x="6757320" y="-88640"/>
            <a:ext cx="5525814" cy="6858000"/>
          </a:xfrm>
          <a:prstGeom prst="rect">
            <a:avLst/>
          </a:prstGeom>
        </p:spPr>
      </p:pic>
      <p:pic>
        <p:nvPicPr>
          <p:cNvPr id="4" name="Picture 3" descr="A green book with white text&#10;&#10;Description automatically generated">
            <a:extLst>
              <a:ext uri="{FF2B5EF4-FFF2-40B4-BE49-F238E27FC236}">
                <a16:creationId xmlns:a16="http://schemas.microsoft.com/office/drawing/2014/main" id="{85B7242D-9F58-D57D-5DA5-7ECD4AACAD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015"/>
          <a:stretch/>
        </p:blipFill>
        <p:spPr>
          <a:xfrm>
            <a:off x="1666775" y="702506"/>
            <a:ext cx="2389599" cy="66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42CCFB-7D80-77B4-D65D-B4E18822A4D3}"/>
              </a:ext>
            </a:extLst>
          </p:cNvPr>
          <p:cNvSpPr txBox="1"/>
          <p:nvPr/>
        </p:nvSpPr>
        <p:spPr>
          <a:xfrm>
            <a:off x="1536193" y="2137268"/>
            <a:ext cx="5319155" cy="2274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>
              <a:lnSpc>
                <a:spcPct val="130000"/>
              </a:lnSpc>
            </a:pPr>
            <a:r>
              <a:rPr lang="ar-SA" sz="2800" dirty="0">
                <a:solidFill>
                  <a:srgbClr val="165F82"/>
                </a:solidFill>
                <a:latin typeface="DIN NEXT™ ARABIC MEDIUM" panose="020B0603020203050203" pitchFamily="34" charset="-78"/>
                <a:cs typeface="DIN NEXT™ ARABIC MEDIUM" panose="020B0603020203050203" pitchFamily="34" charset="-78"/>
              </a:rPr>
              <a:t>البرنامج: الدبلوم العالي في إدارة المشاريع</a:t>
            </a:r>
          </a:p>
          <a:p>
            <a:pPr algn="r" defTabSz="457200" rtl="1">
              <a:lnSpc>
                <a:spcPct val="130000"/>
              </a:lnSpc>
            </a:pPr>
            <a:r>
              <a:rPr lang="ar-SA" sz="2800" dirty="0">
                <a:solidFill>
                  <a:srgbClr val="165F82"/>
                </a:solidFill>
                <a:latin typeface="DIN NEXT™ ARABIC MEDIUM" panose="020B0603020203050203" pitchFamily="34" charset="-78"/>
                <a:cs typeface="DIN NEXT™ ARABIC MEDIUM" panose="020B0603020203050203" pitchFamily="34" charset="-78"/>
              </a:rPr>
              <a:t>المقـــــرر: إدارة الجودة في المشاريع</a:t>
            </a:r>
          </a:p>
          <a:p>
            <a:pPr algn="r" defTabSz="457200" rtl="1">
              <a:lnSpc>
                <a:spcPct val="130000"/>
              </a:lnSpc>
            </a:pPr>
            <a:r>
              <a:rPr lang="ar-SA" sz="2800" dirty="0">
                <a:solidFill>
                  <a:srgbClr val="165F82"/>
                </a:solidFill>
                <a:latin typeface="DIN NEXT™ ARABIC MEDIUM" panose="020B0603020203050203" pitchFamily="34" charset="-78"/>
                <a:cs typeface="DIN NEXT™ ARABIC MEDIUM" panose="020B0603020203050203" pitchFamily="34" charset="-78"/>
              </a:rPr>
              <a:t>رقــم المقــرر:</a:t>
            </a:r>
            <a:r>
              <a:rPr lang="en-US" sz="2800" dirty="0">
                <a:solidFill>
                  <a:srgbClr val="165F82"/>
                </a:solidFill>
                <a:latin typeface="DIN NEXT™ ARABIC MEDIUM" panose="020B0603020203050203" pitchFamily="34" charset="-78"/>
                <a:cs typeface="DIN NEXT™ ARABIC MEDIUM" panose="020B0603020203050203" pitchFamily="34" charset="-78"/>
              </a:rPr>
              <a:t>PRM-126</a:t>
            </a:r>
            <a:endParaRPr lang="ar-SA" sz="2800" dirty="0">
              <a:solidFill>
                <a:srgbClr val="165F82"/>
              </a:solidFill>
              <a:latin typeface="DIN NEXT™ ARABIC MEDIUM" panose="020B0603020203050203" pitchFamily="34" charset="-78"/>
              <a:cs typeface="DIN NEXT™ ARABIC MEDIUM" panose="020B0603020203050203" pitchFamily="34" charset="-78"/>
            </a:endParaRPr>
          </a:p>
          <a:p>
            <a:pPr algn="r" defTabSz="457200" rtl="1">
              <a:lnSpc>
                <a:spcPct val="130000"/>
              </a:lnSpc>
            </a:pPr>
            <a:r>
              <a:rPr lang="ar-SA" sz="2800" b="1" dirty="0">
                <a:solidFill>
                  <a:srgbClr val="165F82"/>
                </a:solidFill>
                <a:latin typeface="DIN NEXT™ ARABIC MEDIUM" panose="020B0603020203050203" pitchFamily="34" charset="-78"/>
                <a:cs typeface="DIN NEXT™ ARABIC MEDIUM" panose="020B0603020203050203" pitchFamily="34" charset="-78"/>
              </a:rPr>
              <a:t>أستاذ المقرر: د. </a:t>
            </a:r>
            <a:r>
              <a:rPr lang="ar-TN" sz="2800" b="1" dirty="0">
                <a:solidFill>
                  <a:srgbClr val="165F82"/>
                </a:solidFill>
                <a:latin typeface="DIN NEXT™ ARABIC MEDIUM" panose="020B0603020203050203" pitchFamily="34" charset="-78"/>
                <a:cs typeface="DIN NEXT™ ARABIC MEDIUM" panose="020B0603020203050203" pitchFamily="34" charset="-78"/>
              </a:rPr>
              <a:t>عبدالقادر عمار مبروك</a:t>
            </a:r>
            <a:endParaRPr lang="en-SA" sz="2800" b="1" dirty="0">
              <a:solidFill>
                <a:srgbClr val="165F82"/>
              </a:solidFill>
              <a:latin typeface="DIN NEXT™ ARABIC MEDIUM" panose="020B0603020203050203" pitchFamily="34" charset="-78"/>
              <a:cs typeface="DIN NEXT™ ARABIC MEDIUM" panose="020B0603020203050203" pitchFamily="34" charset="-78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D9AF552-B63C-C7B3-9C0D-5A8C48181D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7002" y="828675"/>
            <a:ext cx="2115098" cy="564026"/>
          </a:xfrm>
          <a:prstGeom prst="rect">
            <a:avLst/>
          </a:prstGeom>
        </p:spPr>
      </p:pic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D43C5FC-F951-2BAA-3EF5-3BB851D3C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1664" y="780678"/>
            <a:ext cx="1707777" cy="6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2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K-1-img-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0" y="369540"/>
            <a:ext cx="38100" cy="381000"/>
          </a:xfrm>
          <a:prstGeom prst="rect">
            <a:avLst/>
          </a:prstGeom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431874"/>
            <a:ext cx="10972800" cy="4816526"/>
          </a:xfrm>
          <a:prstGeom prst="rect">
            <a:avLst/>
          </a:prstGeom>
        </p:spPr>
      </p:pic>
      <p:pic>
        <p:nvPicPr>
          <p:cNvPr id="7" name="SK-1-img-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620" y="1431874"/>
            <a:ext cx="3291780" cy="354956"/>
          </a:xfrm>
          <a:prstGeom prst="rect">
            <a:avLst/>
          </a:prstGeom>
        </p:spPr>
      </p:pic>
      <p:pic>
        <p:nvPicPr>
          <p:cNvPr id="8" name="SK-1-img-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5639" y="1431874"/>
            <a:ext cx="6034980" cy="354955"/>
          </a:xfrm>
          <a:prstGeom prst="rect">
            <a:avLst/>
          </a:prstGeom>
        </p:spPr>
      </p:pic>
      <p:pic>
        <p:nvPicPr>
          <p:cNvPr id="9" name="SK-1-img-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10580"/>
            <a:ext cx="1646039" cy="476250"/>
          </a:xfrm>
          <a:prstGeom prst="rect">
            <a:avLst/>
          </a:prstGeom>
        </p:spPr>
      </p:pic>
      <p:pic>
        <p:nvPicPr>
          <p:cNvPr id="10" name="SK-1-img-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786830"/>
            <a:ext cx="10972800" cy="654695"/>
          </a:xfrm>
          <a:prstGeom prst="rect">
            <a:avLst/>
          </a:prstGeom>
        </p:spPr>
      </p:pic>
      <p:pic>
        <p:nvPicPr>
          <p:cNvPr id="11" name="SK-1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7075" y="2031057"/>
            <a:ext cx="238125" cy="198388"/>
          </a:xfrm>
          <a:prstGeom prst="rect">
            <a:avLst/>
          </a:prstGeom>
        </p:spPr>
      </p:pic>
      <p:pic>
        <p:nvPicPr>
          <p:cNvPr id="12" name="SK-1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441525"/>
            <a:ext cx="10972800" cy="654695"/>
          </a:xfrm>
          <a:prstGeom prst="rect">
            <a:avLst/>
          </a:prstGeom>
        </p:spPr>
      </p:pic>
      <p:pic>
        <p:nvPicPr>
          <p:cNvPr id="13" name="SK-1-img-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87075" y="2685752"/>
            <a:ext cx="238125" cy="198388"/>
          </a:xfrm>
          <a:prstGeom prst="rect">
            <a:avLst/>
          </a:prstGeom>
        </p:spPr>
      </p:pic>
      <p:pic>
        <p:nvPicPr>
          <p:cNvPr id="14" name="SK-1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096220"/>
            <a:ext cx="10972800" cy="654695"/>
          </a:xfrm>
          <a:prstGeom prst="rect">
            <a:avLst/>
          </a:prstGeom>
        </p:spPr>
      </p:pic>
      <p:pic>
        <p:nvPicPr>
          <p:cNvPr id="15" name="SK-1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87075" y="3340447"/>
            <a:ext cx="238125" cy="198388"/>
          </a:xfrm>
          <a:prstGeom prst="rect">
            <a:avLst/>
          </a:prstGeom>
        </p:spPr>
      </p:pic>
      <p:pic>
        <p:nvPicPr>
          <p:cNvPr id="16" name="SK-1-img-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750915"/>
            <a:ext cx="10972800" cy="654695"/>
          </a:xfrm>
          <a:prstGeom prst="rect">
            <a:avLst/>
          </a:prstGeom>
        </p:spPr>
      </p:pic>
      <p:pic>
        <p:nvPicPr>
          <p:cNvPr id="17" name="SK-1-img-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87075" y="3995142"/>
            <a:ext cx="238125" cy="198388"/>
          </a:xfrm>
          <a:prstGeom prst="rect">
            <a:avLst/>
          </a:prstGeom>
        </p:spPr>
      </p:pic>
      <p:pic>
        <p:nvPicPr>
          <p:cNvPr id="18" name="SK-1-img-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405610"/>
            <a:ext cx="10972800" cy="654695"/>
          </a:xfrm>
          <a:prstGeom prst="rect">
            <a:avLst/>
          </a:prstGeom>
        </p:spPr>
      </p:pic>
      <p:pic>
        <p:nvPicPr>
          <p:cNvPr id="19" name="SK-1-img-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87075" y="4649837"/>
            <a:ext cx="238125" cy="198388"/>
          </a:xfrm>
          <a:prstGeom prst="rect">
            <a:avLst/>
          </a:prstGeom>
        </p:spPr>
      </p:pic>
      <p:pic>
        <p:nvPicPr>
          <p:cNvPr id="20" name="SK-1-img-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5060305"/>
            <a:ext cx="10972800" cy="654695"/>
          </a:xfrm>
          <a:prstGeom prst="rect">
            <a:avLst/>
          </a:prstGeom>
        </p:spPr>
      </p:pic>
      <p:pic>
        <p:nvPicPr>
          <p:cNvPr id="21" name="SK-1-img-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87075" y="5304532"/>
            <a:ext cx="238125" cy="198388"/>
          </a:xfrm>
          <a:prstGeom prst="rect">
            <a:avLst/>
          </a:prstGeom>
        </p:spPr>
      </p:pic>
      <p:pic>
        <p:nvPicPr>
          <p:cNvPr id="22" name="SK-1-img-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5773564"/>
            <a:ext cx="10972800" cy="347960"/>
          </a:xfrm>
          <a:prstGeom prst="rect">
            <a:avLst/>
          </a:prstGeom>
        </p:spPr>
      </p:pic>
      <p:sp>
        <p:nvSpPr>
          <p:cNvPr id="23" name="SK-1-text-22"/>
          <p:cNvSpPr/>
          <p:nvPr/>
        </p:nvSpPr>
        <p:spPr>
          <a:xfrm>
            <a:off x="7983855" y="342900"/>
            <a:ext cx="3408045" cy="434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A2E22"/>
                </a:solidFill>
              </a:rPr>
              <a:t>توزيع درجات المقرر</a:t>
            </a:r>
            <a:endParaRPr lang="en-US" sz="2850" dirty="0"/>
          </a:p>
        </p:txBody>
      </p:sp>
      <p:sp>
        <p:nvSpPr>
          <p:cNvPr id="24" name="SK-1-text-23"/>
          <p:cNvSpPr/>
          <p:nvPr/>
        </p:nvSpPr>
        <p:spPr>
          <a:xfrm>
            <a:off x="9109621" y="853380"/>
            <a:ext cx="2282279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kern="0" spc="54" dirty="0">
                <a:solidFill>
                  <a:srgbClr val="7D8F82"/>
                </a:solidFill>
              </a:rPr>
              <a:t>المخطط الأكاديمي والتقييم</a:t>
            </a:r>
            <a:endParaRPr lang="en-US" sz="1350" dirty="0"/>
          </a:p>
        </p:txBody>
      </p:sp>
      <p:sp>
        <p:nvSpPr>
          <p:cNvPr id="25" name="SK-1-text-24"/>
          <p:cNvSpPr/>
          <p:nvPr/>
        </p:nvSpPr>
        <p:spPr>
          <a:xfrm>
            <a:off x="8081070" y="1310580"/>
            <a:ext cx="304413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2E22"/>
                </a:solidFill>
              </a:rPr>
              <a:t>النشاط التقييمي</a:t>
            </a:r>
            <a:endParaRPr lang="en-US" sz="1500" dirty="0"/>
          </a:p>
        </p:txBody>
      </p:sp>
      <p:sp>
        <p:nvSpPr>
          <p:cNvPr id="26" name="SK-1-text-25"/>
          <p:cNvSpPr/>
          <p:nvPr/>
        </p:nvSpPr>
        <p:spPr>
          <a:xfrm>
            <a:off x="2046089" y="1310580"/>
            <a:ext cx="578733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2E22"/>
                </a:solidFill>
              </a:rPr>
              <a:t>تفاصيل النشاط</a:t>
            </a:r>
            <a:endParaRPr lang="en-US" sz="1500" dirty="0"/>
          </a:p>
        </p:txBody>
      </p:sp>
      <p:sp>
        <p:nvSpPr>
          <p:cNvPr id="27" name="SK-1-text-26"/>
          <p:cNvSpPr/>
          <p:nvPr/>
        </p:nvSpPr>
        <p:spPr>
          <a:xfrm>
            <a:off x="561975" y="1431874"/>
            <a:ext cx="1284089" cy="3549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2E22"/>
                </a:solidFill>
              </a:rPr>
              <a:t>الدرجة</a:t>
            </a:r>
            <a:endParaRPr lang="en-US" sz="1500" dirty="0"/>
          </a:p>
        </p:txBody>
      </p:sp>
      <p:sp>
        <p:nvSpPr>
          <p:cNvPr id="28" name="SK-1-text-27"/>
          <p:cNvSpPr/>
          <p:nvPr/>
        </p:nvSpPr>
        <p:spPr>
          <a:xfrm>
            <a:off x="8404920" y="1904554"/>
            <a:ext cx="248215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C50"/>
                </a:solidFill>
              </a:rPr>
              <a:t>مشروع مصغر تطبيقي</a:t>
            </a:r>
            <a:endParaRPr lang="en-US" sz="1500" dirty="0"/>
          </a:p>
        </p:txBody>
      </p:sp>
      <p:sp>
        <p:nvSpPr>
          <p:cNvPr id="29" name="SK-1-text-28"/>
          <p:cNvSpPr/>
          <p:nvPr/>
        </p:nvSpPr>
        <p:spPr>
          <a:xfrm>
            <a:off x="2046089" y="1786830"/>
            <a:ext cx="5787330" cy="654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A5C50"/>
                </a:solidFill>
              </a:rPr>
              <a:t>تطبيق عملي لما تمت دراسته على عدة مراحل خلال الفصل</a:t>
            </a:r>
            <a:endParaRPr lang="en-US" sz="1500" dirty="0"/>
          </a:p>
        </p:txBody>
      </p:sp>
      <p:sp>
        <p:nvSpPr>
          <p:cNvPr id="30" name="SK-1-text-29"/>
          <p:cNvSpPr/>
          <p:nvPr/>
        </p:nvSpPr>
        <p:spPr>
          <a:xfrm>
            <a:off x="552450" y="1786830"/>
            <a:ext cx="1303139" cy="654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E22"/>
                </a:solidFill>
              </a:rPr>
              <a:t>20</a:t>
            </a:r>
            <a:endParaRPr lang="en-US" sz="1800" dirty="0"/>
          </a:p>
        </p:txBody>
      </p:sp>
      <p:sp>
        <p:nvSpPr>
          <p:cNvPr id="31" name="SK-1-text-30"/>
          <p:cNvSpPr/>
          <p:nvPr/>
        </p:nvSpPr>
        <p:spPr>
          <a:xfrm>
            <a:off x="8404920" y="2559248"/>
            <a:ext cx="248215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C50"/>
                </a:solidFill>
              </a:rPr>
              <a:t>اختبارات قصيرة</a:t>
            </a:r>
            <a:endParaRPr lang="en-US" sz="1500" dirty="0"/>
          </a:p>
        </p:txBody>
      </p:sp>
      <p:sp>
        <p:nvSpPr>
          <p:cNvPr id="32" name="SK-1-text-31"/>
          <p:cNvSpPr/>
          <p:nvPr/>
        </p:nvSpPr>
        <p:spPr>
          <a:xfrm>
            <a:off x="2046089" y="2441525"/>
            <a:ext cx="5787330" cy="654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A5C50"/>
                </a:solidFill>
              </a:rPr>
              <a:t>تقييمات دورية مستمرة خلال الفصل الدراسي</a:t>
            </a:r>
            <a:endParaRPr lang="en-US" sz="1500" dirty="0"/>
          </a:p>
        </p:txBody>
      </p:sp>
      <p:sp>
        <p:nvSpPr>
          <p:cNvPr id="33" name="SK-1-text-32"/>
          <p:cNvSpPr/>
          <p:nvPr/>
        </p:nvSpPr>
        <p:spPr>
          <a:xfrm>
            <a:off x="552450" y="2441525"/>
            <a:ext cx="1303139" cy="654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E22"/>
                </a:solidFill>
              </a:rPr>
              <a:t>10</a:t>
            </a:r>
            <a:endParaRPr lang="en-US" sz="1800" dirty="0"/>
          </a:p>
        </p:txBody>
      </p:sp>
      <p:sp>
        <p:nvSpPr>
          <p:cNvPr id="34" name="SK-1-text-33"/>
          <p:cNvSpPr/>
          <p:nvPr/>
        </p:nvSpPr>
        <p:spPr>
          <a:xfrm>
            <a:off x="8404920" y="3213943"/>
            <a:ext cx="248215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C50"/>
                </a:solidFill>
              </a:rPr>
              <a:t>اختبار فصلي</a:t>
            </a:r>
            <a:endParaRPr lang="en-US" sz="1500" dirty="0"/>
          </a:p>
        </p:txBody>
      </p:sp>
      <p:sp>
        <p:nvSpPr>
          <p:cNvPr id="35" name="SK-1-text-34"/>
          <p:cNvSpPr/>
          <p:nvPr/>
        </p:nvSpPr>
        <p:spPr>
          <a:xfrm>
            <a:off x="2046089" y="3096220"/>
            <a:ext cx="5787330" cy="654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A5C50"/>
                </a:solidFill>
              </a:rPr>
              <a:t>اختبار تحريري في منتصف الفصل الدراسي</a:t>
            </a:r>
            <a:endParaRPr lang="en-US" sz="1500" dirty="0"/>
          </a:p>
        </p:txBody>
      </p:sp>
      <p:sp>
        <p:nvSpPr>
          <p:cNvPr id="36" name="SK-1-text-35"/>
          <p:cNvSpPr/>
          <p:nvPr/>
        </p:nvSpPr>
        <p:spPr>
          <a:xfrm>
            <a:off x="552450" y="3096220"/>
            <a:ext cx="1303139" cy="654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E22"/>
                </a:solidFill>
              </a:rPr>
              <a:t>20</a:t>
            </a:r>
            <a:endParaRPr lang="en-US" sz="1800" dirty="0"/>
          </a:p>
        </p:txBody>
      </p:sp>
      <p:sp>
        <p:nvSpPr>
          <p:cNvPr id="37" name="SK-1-text-36"/>
          <p:cNvSpPr/>
          <p:nvPr/>
        </p:nvSpPr>
        <p:spPr>
          <a:xfrm>
            <a:off x="8404920" y="3868638"/>
            <a:ext cx="248215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C50"/>
                </a:solidFill>
              </a:rPr>
              <a:t>اختبار نهائي</a:t>
            </a:r>
            <a:endParaRPr lang="en-US" sz="1500" dirty="0"/>
          </a:p>
        </p:txBody>
      </p:sp>
      <p:sp>
        <p:nvSpPr>
          <p:cNvPr id="38" name="SK-1-text-37"/>
          <p:cNvSpPr/>
          <p:nvPr/>
        </p:nvSpPr>
        <p:spPr>
          <a:xfrm>
            <a:off x="2046089" y="3750915"/>
            <a:ext cx="5787330" cy="654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A5C50"/>
                </a:solidFill>
              </a:rPr>
              <a:t>اختبار شامل لجميع محتويات وأعمال المقرر</a:t>
            </a:r>
            <a:endParaRPr lang="en-US" sz="1500" dirty="0"/>
          </a:p>
        </p:txBody>
      </p:sp>
      <p:sp>
        <p:nvSpPr>
          <p:cNvPr id="39" name="SK-1-text-38"/>
          <p:cNvSpPr/>
          <p:nvPr/>
        </p:nvSpPr>
        <p:spPr>
          <a:xfrm>
            <a:off x="552450" y="3750915"/>
            <a:ext cx="1303139" cy="654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E22"/>
                </a:solidFill>
              </a:rPr>
              <a:t>30</a:t>
            </a:r>
            <a:endParaRPr lang="en-US" sz="1800" dirty="0"/>
          </a:p>
        </p:txBody>
      </p:sp>
      <p:sp>
        <p:nvSpPr>
          <p:cNvPr id="40" name="SK-1-text-39"/>
          <p:cNvSpPr/>
          <p:nvPr/>
        </p:nvSpPr>
        <p:spPr>
          <a:xfrm>
            <a:off x="8404920" y="4523333"/>
            <a:ext cx="248215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C50"/>
                </a:solidFill>
              </a:rPr>
              <a:t>الحضور والالتزام</a:t>
            </a:r>
            <a:endParaRPr lang="en-US" sz="1500" dirty="0"/>
          </a:p>
        </p:txBody>
      </p:sp>
      <p:sp>
        <p:nvSpPr>
          <p:cNvPr id="41" name="SK-1-text-40"/>
          <p:cNvSpPr/>
          <p:nvPr/>
        </p:nvSpPr>
        <p:spPr>
          <a:xfrm>
            <a:off x="2046089" y="4405610"/>
            <a:ext cx="5787330" cy="654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A5C50"/>
                </a:solidFill>
              </a:rPr>
              <a:t>الانتظام في المحاضرات والمواظبة على المواعيد</a:t>
            </a:r>
            <a:endParaRPr lang="en-US" sz="1500" dirty="0"/>
          </a:p>
        </p:txBody>
      </p:sp>
      <p:sp>
        <p:nvSpPr>
          <p:cNvPr id="42" name="SK-1-text-41"/>
          <p:cNvSpPr/>
          <p:nvPr/>
        </p:nvSpPr>
        <p:spPr>
          <a:xfrm>
            <a:off x="552450" y="4405610"/>
            <a:ext cx="1303139" cy="654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E22"/>
                </a:solidFill>
              </a:rPr>
              <a:t>10</a:t>
            </a:r>
            <a:endParaRPr lang="en-US" sz="1800" dirty="0"/>
          </a:p>
        </p:txBody>
      </p:sp>
      <p:sp>
        <p:nvSpPr>
          <p:cNvPr id="43" name="SK-1-text-42"/>
          <p:cNvSpPr/>
          <p:nvPr/>
        </p:nvSpPr>
        <p:spPr>
          <a:xfrm>
            <a:off x="8404920" y="5178028"/>
            <a:ext cx="248215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C50"/>
                </a:solidFill>
              </a:rPr>
              <a:t>المشاركة</a:t>
            </a:r>
            <a:endParaRPr lang="en-US" sz="1500" dirty="0"/>
          </a:p>
        </p:txBody>
      </p:sp>
      <p:sp>
        <p:nvSpPr>
          <p:cNvPr id="44" name="SK-1-text-43"/>
          <p:cNvSpPr/>
          <p:nvPr/>
        </p:nvSpPr>
        <p:spPr>
          <a:xfrm>
            <a:off x="2046089" y="5060305"/>
            <a:ext cx="5787330" cy="654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A5C50"/>
                </a:solidFill>
              </a:rPr>
              <a:t>التفاعل الصفي والمساهمة الفعالة في النقاشات</a:t>
            </a:r>
            <a:endParaRPr lang="en-US" sz="1500" dirty="0"/>
          </a:p>
        </p:txBody>
      </p:sp>
      <p:sp>
        <p:nvSpPr>
          <p:cNvPr id="45" name="SK-1-text-44"/>
          <p:cNvSpPr/>
          <p:nvPr/>
        </p:nvSpPr>
        <p:spPr>
          <a:xfrm>
            <a:off x="552450" y="5060305"/>
            <a:ext cx="1303139" cy="654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E22"/>
                </a:solidFill>
              </a:rPr>
              <a:t>10</a:t>
            </a:r>
            <a:endParaRPr lang="en-US" sz="1800" dirty="0"/>
          </a:p>
        </p:txBody>
      </p:sp>
      <p:sp>
        <p:nvSpPr>
          <p:cNvPr id="46" name="SK-1-text-45"/>
          <p:cNvSpPr/>
          <p:nvPr/>
        </p:nvSpPr>
        <p:spPr>
          <a:xfrm>
            <a:off x="2865239" y="5715000"/>
            <a:ext cx="860286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 rtl="1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المجموع الكلي</a:t>
            </a:r>
            <a:endParaRPr lang="en-US" sz="1800" dirty="0"/>
          </a:p>
        </p:txBody>
      </p:sp>
      <p:sp>
        <p:nvSpPr>
          <p:cNvPr id="47" name="SK-1-text-46"/>
          <p:cNvSpPr/>
          <p:nvPr/>
        </p:nvSpPr>
        <p:spPr>
          <a:xfrm>
            <a:off x="552450" y="5715000"/>
            <a:ext cx="130313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100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2-img-2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0079" y="377130"/>
            <a:ext cx="1024086" cy="953244"/>
          </a:xfrm>
          <a:prstGeom prst="rect">
            <a:avLst/>
          </a:prstGeom>
        </p:spPr>
      </p:pic>
      <p:sp>
        <p:nvSpPr>
          <p:cNvPr id="4" name="SK-2-text-3"/>
          <p:cNvSpPr/>
          <p:nvPr/>
        </p:nvSpPr>
        <p:spPr>
          <a:xfrm>
            <a:off x="5916722" y="397669"/>
            <a:ext cx="5421749" cy="8914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4425" b="1" dirty="0">
                <a:solidFill>
                  <a:srgbClr val="FFFFFF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أهداف الوحدة الأولى</a:t>
            </a:r>
            <a:endParaRPr lang="en-US" sz="4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K-2-text-4"/>
          <p:cNvSpPr/>
          <p:nvPr/>
        </p:nvSpPr>
        <p:spPr>
          <a:xfrm>
            <a:off x="6089659" y="1834455"/>
            <a:ext cx="5236607" cy="5828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925" b="1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1. مفهوم إدارة الجودة وأهميتها</a:t>
            </a:r>
            <a:endParaRPr lang="en-US" sz="292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K-2-text-5"/>
          <p:cNvSpPr/>
          <p:nvPr/>
        </p:nvSpPr>
        <p:spPr>
          <a:xfrm>
            <a:off x="6248013" y="2503140"/>
            <a:ext cx="5090309" cy="63088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925" b="1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2. التسلسل التاريخي لتطورها</a:t>
            </a:r>
            <a:endParaRPr lang="en-US" sz="29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K-2-text-6"/>
          <p:cNvSpPr/>
          <p:nvPr/>
        </p:nvSpPr>
        <p:spPr>
          <a:xfrm>
            <a:off x="7881700" y="3190725"/>
            <a:ext cx="3456622" cy="5073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925" b="1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3. تعاريف الجودة</a:t>
            </a:r>
            <a:endParaRPr lang="en-US" sz="29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K-2-text-7"/>
          <p:cNvSpPr/>
          <p:nvPr/>
        </p:nvSpPr>
        <p:spPr>
          <a:xfrm>
            <a:off x="6455479" y="3819971"/>
            <a:ext cx="4870787" cy="5280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925" b="1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4. مؤسسو مفاهيم الجودة</a:t>
            </a:r>
            <a:endParaRPr lang="en-US" sz="29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K-2-text-8"/>
          <p:cNvSpPr/>
          <p:nvPr/>
        </p:nvSpPr>
        <p:spPr>
          <a:xfrm>
            <a:off x="1834663" y="4569023"/>
            <a:ext cx="9491603" cy="5073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925" b="1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5. مقارنة بين الإدارة التقليدية والإدارة باستخدام الجودة الشاملة</a:t>
            </a:r>
            <a:endParaRPr lang="en-US" sz="29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-2-text-9"/>
          <p:cNvSpPr/>
          <p:nvPr/>
        </p:nvSpPr>
        <p:spPr>
          <a:xfrm>
            <a:off x="4577715" y="5297388"/>
            <a:ext cx="6760607" cy="5622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925" b="1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6. مقارنة بين مفهومي المشروع والبرنامج.</a:t>
            </a:r>
            <a:endParaRPr lang="en-US" sz="29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5593"/>
            <a:ext cx="12192000" cy="5182386"/>
          </a:xfrm>
          <a:prstGeom prst="rect">
            <a:avLst/>
          </a:prstGeom>
        </p:spPr>
      </p:pic>
      <p:sp>
        <p:nvSpPr>
          <p:cNvPr id="6" name="SK-1-text-5"/>
          <p:cNvSpPr/>
          <p:nvPr/>
        </p:nvSpPr>
        <p:spPr>
          <a:xfrm>
            <a:off x="1449703" y="323051"/>
            <a:ext cx="9547949" cy="8709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4725" b="1" dirty="0">
                <a:solidFill>
                  <a:srgbClr val="1F3D2E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إدارة الجودة الشاملة</a:t>
            </a:r>
            <a:endParaRPr lang="en-US" sz="47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E86DBC-7E04-7725-C786-29D064975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2927" y="2026133"/>
            <a:ext cx="7029450" cy="391477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9D6406-A22E-55E4-59F5-D1EDA7286F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B676516B-9137-7182-7D86-FE1878F6F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0"/>
            <a:ext cx="12192000" cy="5554861"/>
          </a:xfrm>
          <a:prstGeom prst="rect">
            <a:avLst/>
          </a:prstGeom>
        </p:spPr>
      </p:pic>
      <p:pic>
        <p:nvPicPr>
          <p:cNvPr id="44" name="SK-44-img-1" descr="preencoded.png">
            <a:extLst>
              <a:ext uri="{FF2B5EF4-FFF2-40B4-BE49-F238E27FC236}">
                <a16:creationId xmlns:a16="http://schemas.microsoft.com/office/drawing/2014/main" id="{1251E4BC-E591-5F24-A136-E66327009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9" y="481098"/>
            <a:ext cx="12192000" cy="5609395"/>
          </a:xfrm>
          <a:prstGeom prst="rect">
            <a:avLst/>
          </a:prstGeom>
        </p:spPr>
      </p:pic>
      <p:pic>
        <p:nvPicPr>
          <p:cNvPr id="2" name="SK-47-img-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7" y="514350"/>
            <a:ext cx="12142523" cy="5040511"/>
          </a:xfrm>
          <a:prstGeom prst="rect">
            <a:avLst/>
          </a:prstGeom>
        </p:spPr>
      </p:pic>
      <p:pic>
        <p:nvPicPr>
          <p:cNvPr id="3" name="SK-47-img-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902" y="481098"/>
            <a:ext cx="9851082" cy="5170884"/>
          </a:xfrm>
          <a:prstGeom prst="rect">
            <a:avLst/>
          </a:prstGeom>
        </p:spPr>
      </p:pic>
      <p:pic>
        <p:nvPicPr>
          <p:cNvPr id="4" name="SK-47-img-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8071" y="1975098"/>
            <a:ext cx="3535561" cy="342900"/>
          </a:xfrm>
          <a:prstGeom prst="rect">
            <a:avLst/>
          </a:prstGeom>
        </p:spPr>
      </p:pic>
      <p:pic>
        <p:nvPicPr>
          <p:cNvPr id="5" name="SK-47-img-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4871" y="2529929"/>
            <a:ext cx="4145161" cy="2415332"/>
          </a:xfrm>
          <a:prstGeom prst="rect">
            <a:avLst/>
          </a:prstGeom>
        </p:spPr>
      </p:pic>
      <p:pic>
        <p:nvPicPr>
          <p:cNvPr id="6" name="SK-47-img-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5612" y="2544515"/>
            <a:ext cx="2438400" cy="390823"/>
          </a:xfrm>
          <a:prstGeom prst="rect">
            <a:avLst/>
          </a:prstGeom>
        </p:spPr>
      </p:pic>
      <p:pic>
        <p:nvPicPr>
          <p:cNvPr id="7" name="SK-47-img-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1671" y="2543621"/>
            <a:ext cx="4145161" cy="2401491"/>
          </a:xfrm>
          <a:prstGeom prst="rect">
            <a:avLst/>
          </a:prstGeom>
        </p:spPr>
      </p:pic>
      <p:pic>
        <p:nvPicPr>
          <p:cNvPr id="8" name="SK-47-img-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0" y="2571750"/>
            <a:ext cx="2438400" cy="390823"/>
          </a:xfrm>
          <a:prstGeom prst="rect">
            <a:avLst/>
          </a:prstGeom>
        </p:spPr>
      </p:pic>
      <p:pic>
        <p:nvPicPr>
          <p:cNvPr id="9" name="SK-47-img-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33365" y="5190827"/>
            <a:ext cx="6924973" cy="899666"/>
          </a:xfrm>
          <a:prstGeom prst="rect">
            <a:avLst/>
          </a:prstGeom>
        </p:spPr>
      </p:pic>
      <p:pic>
        <p:nvPicPr>
          <p:cNvPr id="10" name="SK-47-img-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62165" y="6021288"/>
            <a:ext cx="3267373" cy="342900"/>
          </a:xfrm>
          <a:prstGeom prst="rect">
            <a:avLst/>
          </a:prstGeom>
        </p:spPr>
      </p:pic>
      <p:pic>
        <p:nvPicPr>
          <p:cNvPr id="11" name="SK-47-img-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03490" y="6069211"/>
            <a:ext cx="365671" cy="239911"/>
          </a:xfrm>
          <a:prstGeom prst="rect">
            <a:avLst/>
          </a:prstGeom>
        </p:spPr>
      </p:pic>
      <p:pic>
        <p:nvPicPr>
          <p:cNvPr id="12" name="SK-47-img-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0384" y="1234380"/>
            <a:ext cx="1024086" cy="960090"/>
          </a:xfrm>
          <a:prstGeom prst="rect">
            <a:avLst/>
          </a:prstGeom>
        </p:spPr>
      </p:pic>
      <p:pic>
        <p:nvPicPr>
          <p:cNvPr id="13" name="SK-47-img-1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09671" y="1234380"/>
            <a:ext cx="1511796" cy="960090"/>
          </a:xfrm>
          <a:prstGeom prst="rect">
            <a:avLst/>
          </a:prstGeom>
        </p:spPr>
      </p:pic>
      <p:pic>
        <p:nvPicPr>
          <p:cNvPr id="14" name="SK-47-img-1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0384" y="5554861"/>
            <a:ext cx="1511796" cy="877788"/>
          </a:xfrm>
          <a:prstGeom prst="rect">
            <a:avLst/>
          </a:prstGeom>
        </p:spPr>
      </p:pic>
      <p:pic>
        <p:nvPicPr>
          <p:cNvPr id="16" name="SK-47-img-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704290" y="514350"/>
            <a:ext cx="97482" cy="397669"/>
          </a:xfrm>
          <a:prstGeom prst="rect">
            <a:avLst/>
          </a:prstGeom>
        </p:spPr>
      </p:pic>
      <p:pic>
        <p:nvPicPr>
          <p:cNvPr id="17" name="SK-47-img-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704290" y="1049238"/>
            <a:ext cx="97482" cy="274290"/>
          </a:xfrm>
          <a:prstGeom prst="rect">
            <a:avLst/>
          </a:prstGeom>
        </p:spPr>
      </p:pic>
      <p:pic>
        <p:nvPicPr>
          <p:cNvPr id="18" name="SK-47-img-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54094" y="5335488"/>
            <a:ext cx="731490" cy="678805"/>
          </a:xfrm>
          <a:prstGeom prst="rect">
            <a:avLst/>
          </a:prstGeom>
        </p:spPr>
      </p:pic>
      <p:pic>
        <p:nvPicPr>
          <p:cNvPr id="19" name="SK-47-img-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01553" y="5404098"/>
            <a:ext cx="670471" cy="521196"/>
          </a:xfrm>
          <a:prstGeom prst="rect">
            <a:avLst/>
          </a:prstGeom>
        </p:spPr>
      </p:pic>
      <p:pic>
        <p:nvPicPr>
          <p:cNvPr id="20" name="SK-47-img-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14557" y="4505623"/>
            <a:ext cx="341263" cy="287982"/>
          </a:xfrm>
          <a:prstGeom prst="rect">
            <a:avLst/>
          </a:prstGeom>
        </p:spPr>
      </p:pic>
      <p:pic>
        <p:nvPicPr>
          <p:cNvPr id="21" name="SK-47-img-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14557" y="4162723"/>
            <a:ext cx="341263" cy="287982"/>
          </a:xfrm>
          <a:prstGeom prst="rect">
            <a:avLst/>
          </a:prstGeom>
        </p:spPr>
      </p:pic>
      <p:pic>
        <p:nvPicPr>
          <p:cNvPr id="22" name="SK-47-img-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14557" y="3812977"/>
            <a:ext cx="341263" cy="294829"/>
          </a:xfrm>
          <a:prstGeom prst="rect">
            <a:avLst/>
          </a:prstGeom>
        </p:spPr>
      </p:pic>
      <p:pic>
        <p:nvPicPr>
          <p:cNvPr id="23" name="SK-47-img-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14557" y="3456384"/>
            <a:ext cx="341263" cy="294829"/>
          </a:xfrm>
          <a:prstGeom prst="rect">
            <a:avLst/>
          </a:prstGeom>
        </p:spPr>
      </p:pic>
      <p:pic>
        <p:nvPicPr>
          <p:cNvPr id="24" name="SK-47-img-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76392" y="3072259"/>
            <a:ext cx="865584" cy="1796653"/>
          </a:xfrm>
          <a:prstGeom prst="rect">
            <a:avLst/>
          </a:prstGeom>
        </p:spPr>
      </p:pic>
      <p:pic>
        <p:nvPicPr>
          <p:cNvPr id="25" name="SK-47-img-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25380" y="3435846"/>
            <a:ext cx="646063" cy="651421"/>
          </a:xfrm>
          <a:prstGeom prst="rect">
            <a:avLst/>
          </a:prstGeom>
        </p:spPr>
      </p:pic>
      <p:pic>
        <p:nvPicPr>
          <p:cNvPr id="26" name="SK-47-img-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18298" y="4519315"/>
            <a:ext cx="353467" cy="322213"/>
          </a:xfrm>
          <a:prstGeom prst="rect">
            <a:avLst/>
          </a:prstGeom>
        </p:spPr>
      </p:pic>
      <p:pic>
        <p:nvPicPr>
          <p:cNvPr id="27" name="SK-47-img-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718298" y="4169569"/>
            <a:ext cx="353467" cy="322213"/>
          </a:xfrm>
          <a:prstGeom prst="rect">
            <a:avLst/>
          </a:prstGeom>
        </p:spPr>
      </p:pic>
      <p:pic>
        <p:nvPicPr>
          <p:cNvPr id="28" name="SK-47-img-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718298" y="3812977"/>
            <a:ext cx="353467" cy="322213"/>
          </a:xfrm>
          <a:prstGeom prst="rect">
            <a:avLst/>
          </a:prstGeom>
        </p:spPr>
      </p:pic>
      <p:pic>
        <p:nvPicPr>
          <p:cNvPr id="29" name="SK-47-img-2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718298" y="3463230"/>
            <a:ext cx="353467" cy="322213"/>
          </a:xfrm>
          <a:prstGeom prst="rect">
            <a:avLst/>
          </a:prstGeom>
        </p:spPr>
      </p:pic>
      <p:pic>
        <p:nvPicPr>
          <p:cNvPr id="30" name="SK-47-img-2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816596" y="3058567"/>
            <a:ext cx="865584" cy="1810494"/>
          </a:xfrm>
          <a:prstGeom prst="rect">
            <a:avLst/>
          </a:prstGeom>
        </p:spPr>
      </p:pic>
      <p:sp>
        <p:nvSpPr>
          <p:cNvPr id="32" name="SK-47-text-31"/>
          <p:cNvSpPr/>
          <p:nvPr/>
        </p:nvSpPr>
        <p:spPr>
          <a:xfrm>
            <a:off x="3065413" y="1268611"/>
            <a:ext cx="5488037" cy="6240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3675" b="1" dirty="0">
                <a:solidFill>
                  <a:srgbClr val="1D3E5E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النشاط الأول: أيهما تختار؟</a:t>
            </a:r>
            <a:endParaRPr lang="en-US" sz="36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K-47-text-32"/>
          <p:cNvSpPr/>
          <p:nvPr/>
        </p:nvSpPr>
        <p:spPr>
          <a:xfrm>
            <a:off x="7436196" y="2604712"/>
            <a:ext cx="1406575" cy="308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الحالة الأولى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K-47-text-33"/>
          <p:cNvSpPr/>
          <p:nvPr/>
        </p:nvSpPr>
        <p:spPr>
          <a:xfrm>
            <a:off x="3066455" y="3086100"/>
            <a:ext cx="1395710" cy="308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875" b="1" dirty="0">
                <a:solidFill>
                  <a:srgbClr val="1D3E5E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هاتف ذكي</a:t>
            </a:r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K-47-text-34"/>
          <p:cNvSpPr/>
          <p:nvPr/>
        </p:nvSpPr>
        <p:spPr>
          <a:xfrm>
            <a:off x="3055144" y="3483769"/>
            <a:ext cx="1528911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السعر: 2000 ريال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K-47-text-35"/>
          <p:cNvSpPr/>
          <p:nvPr/>
        </p:nvSpPr>
        <p:spPr>
          <a:xfrm>
            <a:off x="3433167" y="3874740"/>
            <a:ext cx="1150888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يعمل بسرعة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K-47-text-36"/>
          <p:cNvSpPr/>
          <p:nvPr/>
        </p:nvSpPr>
        <p:spPr>
          <a:xfrm>
            <a:off x="2884438" y="4238179"/>
            <a:ext cx="1687413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البطارية تدوم يومين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K-47-text-37"/>
          <p:cNvSpPr/>
          <p:nvPr/>
        </p:nvSpPr>
        <p:spPr>
          <a:xfrm>
            <a:off x="2591842" y="4581079"/>
            <a:ext cx="1980009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خدمة ما بعد البيع ممتازة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K-47-text-38"/>
          <p:cNvSpPr/>
          <p:nvPr/>
        </p:nvSpPr>
        <p:spPr>
          <a:xfrm>
            <a:off x="2864532" y="2585368"/>
            <a:ext cx="1382167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الحالة الثانية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K-47-text-39"/>
          <p:cNvSpPr/>
          <p:nvPr/>
        </p:nvSpPr>
        <p:spPr>
          <a:xfrm>
            <a:off x="7626251" y="3079105"/>
            <a:ext cx="1407914" cy="3222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875" b="1" dirty="0">
                <a:solidFill>
                  <a:srgbClr val="1D3E5E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هاتف ذكي</a:t>
            </a:r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K-47-text-41"/>
          <p:cNvSpPr/>
          <p:nvPr/>
        </p:nvSpPr>
        <p:spPr>
          <a:xfrm>
            <a:off x="8017371" y="3867894"/>
            <a:ext cx="1138684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شكله جميل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K-47-text-42"/>
          <p:cNvSpPr/>
          <p:nvPr/>
        </p:nvSpPr>
        <p:spPr>
          <a:xfrm>
            <a:off x="7712571" y="4203948"/>
            <a:ext cx="1455688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يتعطل كل أسبوع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K-47-text-44"/>
          <p:cNvSpPr/>
          <p:nvPr/>
        </p:nvSpPr>
        <p:spPr>
          <a:xfrm>
            <a:off x="4193977" y="5266879"/>
            <a:ext cx="3206353" cy="7200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lnSpc>
                <a:spcPts val="2633"/>
              </a:lnSpc>
              <a:buNone/>
            </a:pPr>
            <a:r>
              <a:rPr lang="en-US" sz="2025" b="1" dirty="0">
                <a:solidFill>
                  <a:srgbClr val="F9A825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لو كان السعر نفسه...</a:t>
            </a:r>
            <a:endParaRPr lang="en-US" sz="20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rtl="1">
              <a:lnSpc>
                <a:spcPts val="2633"/>
              </a:lnSpc>
              <a:buNone/>
            </a:pPr>
            <a:r>
              <a:rPr lang="en-US" sz="2025" b="1" dirty="0">
                <a:solidFill>
                  <a:srgbClr val="F9A825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أي المنتجين ستختار؟ ولماذا؟</a:t>
            </a:r>
            <a:endParaRPr lang="en-US" sz="20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2317D10-DED8-4EC8-4C20-EF3790C3E5B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95891" y="3532568"/>
            <a:ext cx="1066949" cy="22863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3C7D606-123A-9940-BEF5-840C0E8AE673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597076" y="4597509"/>
            <a:ext cx="1657581" cy="200053"/>
          </a:xfrm>
          <a:prstGeom prst="rect">
            <a:avLst/>
          </a:prstGeom>
        </p:spPr>
      </p:pic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684B3328-DDF0-855C-9BBC-CF793D475E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251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377553" y="4642842"/>
            <a:ext cx="9509671" cy="1453753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898" y="1578769"/>
            <a:ext cx="1292275" cy="38100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1338" y="2160240"/>
            <a:ext cx="19050" cy="2057400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792" y="4731990"/>
            <a:ext cx="1450777" cy="1275457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867" y="2132707"/>
            <a:ext cx="1975098" cy="1933873"/>
          </a:xfrm>
          <a:prstGeom prst="rect">
            <a:avLst/>
          </a:prstGeom>
        </p:spPr>
      </p:pic>
      <p:sp>
        <p:nvSpPr>
          <p:cNvPr id="11" name="SK-5-text-10"/>
          <p:cNvSpPr/>
          <p:nvPr/>
        </p:nvSpPr>
        <p:spPr>
          <a:xfrm>
            <a:off x="7920573" y="397669"/>
            <a:ext cx="3137505" cy="356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950" dirty="0">
                <a:solidFill>
                  <a:srgbClr val="C28E34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الدرس الأول: مدخل إلى الجودة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-5-text-11"/>
          <p:cNvSpPr/>
          <p:nvPr/>
        </p:nvSpPr>
        <p:spPr>
          <a:xfrm>
            <a:off x="1091089" y="2057400"/>
            <a:ext cx="7028676" cy="534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هل يُعتبر المشروع ناجحاً إذا انتهى في الوقت المحدد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K-5-text-12"/>
          <p:cNvSpPr/>
          <p:nvPr/>
        </p:nvSpPr>
        <p:spPr>
          <a:xfrm>
            <a:off x="2327166" y="2718494"/>
            <a:ext cx="5593407" cy="41136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250" b="1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وضمن الميزانية المعتمدة، لكنه لم يحقق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K-5-text-13"/>
          <p:cNvSpPr/>
          <p:nvPr/>
        </p:nvSpPr>
        <p:spPr>
          <a:xfrm>
            <a:off x="4989165" y="3312319"/>
            <a:ext cx="2703909" cy="41136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250" b="1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متطلبات العميل؟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K-5-text-14"/>
          <p:cNvSpPr/>
          <p:nvPr/>
        </p:nvSpPr>
        <p:spPr>
          <a:xfrm>
            <a:off x="4529435" y="3977580"/>
            <a:ext cx="3187898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875" dirty="0">
                <a:solidFill>
                  <a:srgbClr val="FFFFFF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سجل إجابتك الأولية ومبرراتك.</a:t>
            </a:r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K-5-text-15"/>
          <p:cNvSpPr/>
          <p:nvPr/>
        </p:nvSpPr>
        <p:spPr>
          <a:xfrm>
            <a:off x="2470785" y="4951363"/>
            <a:ext cx="5831890" cy="356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95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الفكرة المحورية: الجودة بُعد مستقل يكمل مثلث القيود</a:t>
            </a:r>
            <a:endParaRPr lang="en-US" sz="195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K-5-text-16"/>
          <p:cNvSpPr/>
          <p:nvPr/>
        </p:nvSpPr>
        <p:spPr>
          <a:xfrm>
            <a:off x="3336369" y="5438329"/>
            <a:ext cx="4954101" cy="39082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95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التقليدي للمشروع: الوقت، التكلفة، والنطاق.</a:t>
            </a:r>
            <a:endParaRPr lang="en-US" sz="195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7-img-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753" y="3355628"/>
            <a:ext cx="3864769" cy="9525"/>
          </a:xfrm>
          <a:prstGeom prst="rect">
            <a:avLst/>
          </a:prstGeom>
        </p:spPr>
      </p:pic>
      <p:pic>
        <p:nvPicPr>
          <p:cNvPr id="6" name="SK-7-img-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059" y="3339703"/>
            <a:ext cx="73075" cy="41077"/>
          </a:xfrm>
          <a:prstGeom prst="rect">
            <a:avLst/>
          </a:prstGeom>
        </p:spPr>
      </p:pic>
      <p:pic>
        <p:nvPicPr>
          <p:cNvPr id="7" name="SK-7-img-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4180" y="3355628"/>
            <a:ext cx="3657600" cy="9525"/>
          </a:xfrm>
          <a:prstGeom prst="rect">
            <a:avLst/>
          </a:prstGeom>
        </p:spPr>
      </p:pic>
      <p:pic>
        <p:nvPicPr>
          <p:cNvPr id="8" name="SK-7-img-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5169" y="3339703"/>
            <a:ext cx="73075" cy="41077"/>
          </a:xfrm>
          <a:prstGeom prst="rect">
            <a:avLst/>
          </a:prstGeom>
        </p:spPr>
      </p:pic>
      <p:pic>
        <p:nvPicPr>
          <p:cNvPr id="13" name="SK-7-img-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055" y="5088582"/>
            <a:ext cx="9643765" cy="843409"/>
          </a:xfrm>
          <a:prstGeom prst="rect">
            <a:avLst/>
          </a:prstGeom>
        </p:spPr>
      </p:pic>
      <p:pic>
        <p:nvPicPr>
          <p:cNvPr id="15" name="SK-7-img-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4384" y="5184577"/>
            <a:ext cx="646063" cy="651421"/>
          </a:xfrm>
          <a:prstGeom prst="rect">
            <a:avLst/>
          </a:prstGeom>
        </p:spPr>
      </p:pic>
      <p:pic>
        <p:nvPicPr>
          <p:cNvPr id="16" name="SK-7-img-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1875" y="2571750"/>
            <a:ext cx="1426369" cy="678805"/>
          </a:xfrm>
          <a:prstGeom prst="rect">
            <a:avLst/>
          </a:prstGeom>
        </p:spPr>
      </p:pic>
      <p:pic>
        <p:nvPicPr>
          <p:cNvPr id="17" name="SK-7-img-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9475" y="3188940"/>
            <a:ext cx="1072753" cy="1049238"/>
          </a:xfrm>
          <a:prstGeom prst="rect">
            <a:avLst/>
          </a:prstGeom>
        </p:spPr>
      </p:pic>
      <p:pic>
        <p:nvPicPr>
          <p:cNvPr id="18" name="SK-7-img-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086" y="2571750"/>
            <a:ext cx="1865263" cy="699492"/>
          </a:xfrm>
          <a:prstGeom prst="rect">
            <a:avLst/>
          </a:prstGeom>
        </p:spPr>
      </p:pic>
      <p:sp>
        <p:nvSpPr>
          <p:cNvPr id="19" name="SK-7-text-18"/>
          <p:cNvSpPr/>
          <p:nvPr/>
        </p:nvSpPr>
        <p:spPr>
          <a:xfrm>
            <a:off x="9731990" y="438894"/>
            <a:ext cx="1386959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725" dirty="0">
                <a:solidFill>
                  <a:srgbClr val="C5933C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مفاهيم الجودة</a:t>
            </a:r>
            <a:endParaRPr lang="en-US" sz="17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K-7-text-19"/>
          <p:cNvSpPr/>
          <p:nvPr/>
        </p:nvSpPr>
        <p:spPr>
          <a:xfrm>
            <a:off x="6073616" y="822871"/>
            <a:ext cx="5020925" cy="7405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3825" b="1" dirty="0">
                <a:solidFill>
                  <a:srgbClr val="FFFFFF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الجودة مفهوم نسبي</a:t>
            </a:r>
            <a:endParaRPr lang="en-US" sz="3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K-7-text-20"/>
          <p:cNvSpPr/>
          <p:nvPr/>
        </p:nvSpPr>
        <p:spPr>
          <a:xfrm>
            <a:off x="2063175" y="1837879"/>
            <a:ext cx="8177838" cy="3771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725" dirty="0">
                <a:solidFill>
                  <a:srgbClr val="FFFFFF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لا تُقاس الجودة بمعيار واحد ثابت، بل بمدى تحقيق المتطلبات الفئة المستهدفة.</a:t>
            </a:r>
            <a:endParaRPr lang="en-US" sz="17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K-7-text-21"/>
          <p:cNvSpPr/>
          <p:nvPr/>
        </p:nvSpPr>
        <p:spPr>
          <a:xfrm>
            <a:off x="2883277" y="2674590"/>
            <a:ext cx="1956762" cy="4250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C5933C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سيارة فاخرة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K-7-text-22"/>
          <p:cNvSpPr/>
          <p:nvPr/>
        </p:nvSpPr>
        <p:spPr>
          <a:xfrm>
            <a:off x="3425875" y="3567699"/>
            <a:ext cx="646718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راحة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K-7-text-23"/>
          <p:cNvSpPr/>
          <p:nvPr/>
        </p:nvSpPr>
        <p:spPr>
          <a:xfrm>
            <a:off x="3050575" y="3908971"/>
            <a:ext cx="1012388" cy="3016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أداء</a:t>
            </a:r>
            <a:r>
              <a:rPr lang="en-US" sz="1575" dirty="0">
                <a:solidFill>
                  <a:srgbClr val="FFFFFF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أعلى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K-7-text-24"/>
          <p:cNvSpPr/>
          <p:nvPr/>
        </p:nvSpPr>
        <p:spPr>
          <a:xfrm>
            <a:off x="2292103" y="4337268"/>
            <a:ext cx="1780490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تجربة</a:t>
            </a:r>
            <a:r>
              <a:rPr lang="en-US" sz="1575" dirty="0">
                <a:solidFill>
                  <a:srgbClr val="FFFFFF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عميل مميزة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K-7-text-25"/>
          <p:cNvSpPr/>
          <p:nvPr/>
        </p:nvSpPr>
        <p:spPr>
          <a:xfrm>
            <a:off x="6955512" y="2674590"/>
            <a:ext cx="2383453" cy="4250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C5933C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سيارة اقتصادية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K-7-text-26"/>
          <p:cNvSpPr/>
          <p:nvPr/>
        </p:nvSpPr>
        <p:spPr>
          <a:xfrm>
            <a:off x="8289965" y="3566071"/>
            <a:ext cx="1183094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اعتمادية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K-7-text-27"/>
          <p:cNvSpPr/>
          <p:nvPr/>
        </p:nvSpPr>
        <p:spPr>
          <a:xfrm>
            <a:off x="8460671" y="3998119"/>
            <a:ext cx="1012388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سلامة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K-7-text-28"/>
          <p:cNvSpPr/>
          <p:nvPr/>
        </p:nvSpPr>
        <p:spPr>
          <a:xfrm>
            <a:off x="7342994" y="4377405"/>
            <a:ext cx="2134106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كفاءة وتكلفة مناسبة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K-7-text-29"/>
          <p:cNvSpPr/>
          <p:nvPr/>
        </p:nvSpPr>
        <p:spPr>
          <a:xfrm>
            <a:off x="1526798" y="5369719"/>
            <a:ext cx="8580269" cy="356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72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في المشاريع: تُشتق معايير الجودة من متطلبات المشروع وأصحاب المصلحة، لا من معيار عام واحد.</a:t>
            </a:r>
            <a:endParaRPr lang="en-US" sz="17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SK-44-img-1" descr="preencoded.png">
            <a:extLst>
              <a:ext uri="{FF2B5EF4-FFF2-40B4-BE49-F238E27FC236}">
                <a16:creationId xmlns:a16="http://schemas.microsoft.com/office/drawing/2014/main" id="{A45B2A35-822F-FE31-E3E8-11DE61D90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" y="1137865"/>
            <a:ext cx="12192000" cy="4972572"/>
          </a:xfrm>
          <a:prstGeom prst="rect">
            <a:avLst/>
          </a:prstGeom>
        </p:spPr>
      </p:pic>
      <p:pic>
        <p:nvPicPr>
          <p:cNvPr id="3" name="SK-4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8353" y="438894"/>
            <a:ext cx="60871" cy="438894"/>
          </a:xfrm>
          <a:prstGeom prst="rect">
            <a:avLst/>
          </a:prstGeom>
        </p:spPr>
      </p:pic>
      <p:pic>
        <p:nvPicPr>
          <p:cNvPr id="4" name="SK-4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988" y="1128465"/>
            <a:ext cx="10351145" cy="918865"/>
          </a:xfrm>
          <a:prstGeom prst="rect">
            <a:avLst/>
          </a:prstGeom>
        </p:spPr>
      </p:pic>
      <p:pic>
        <p:nvPicPr>
          <p:cNvPr id="5" name="SK-4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9303" y="1105640"/>
            <a:ext cx="19050" cy="1014859"/>
          </a:xfrm>
          <a:prstGeom prst="rect">
            <a:avLst/>
          </a:prstGeom>
        </p:spPr>
      </p:pic>
      <p:pic>
        <p:nvPicPr>
          <p:cNvPr id="6" name="SK-4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988" y="2393305"/>
            <a:ext cx="3608784" cy="1844725"/>
          </a:xfrm>
          <a:prstGeom prst="rect">
            <a:avLst/>
          </a:prstGeom>
        </p:spPr>
      </p:pic>
      <p:pic>
        <p:nvPicPr>
          <p:cNvPr id="7" name="SK-4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4784" y="2647057"/>
            <a:ext cx="585192" cy="329059"/>
          </a:xfrm>
          <a:prstGeom prst="rect">
            <a:avLst/>
          </a:prstGeom>
        </p:spPr>
      </p:pic>
      <p:pic>
        <p:nvPicPr>
          <p:cNvPr id="8" name="SK-4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1459" y="2372767"/>
            <a:ext cx="3608784" cy="1865263"/>
          </a:xfrm>
          <a:prstGeom prst="rect">
            <a:avLst/>
          </a:prstGeom>
        </p:spPr>
      </p:pic>
      <p:pic>
        <p:nvPicPr>
          <p:cNvPr id="9" name="SK-4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3255" y="2647057"/>
            <a:ext cx="585192" cy="329059"/>
          </a:xfrm>
          <a:prstGeom prst="rect">
            <a:avLst/>
          </a:prstGeom>
        </p:spPr>
      </p:pic>
      <p:pic>
        <p:nvPicPr>
          <p:cNvPr id="10" name="SK-4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0079" y="2400300"/>
            <a:ext cx="3608784" cy="1837879"/>
          </a:xfrm>
          <a:prstGeom prst="rect">
            <a:avLst/>
          </a:prstGeom>
        </p:spPr>
      </p:pic>
      <p:pic>
        <p:nvPicPr>
          <p:cNvPr id="11" name="SK-4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1875" y="2647057"/>
            <a:ext cx="585192" cy="329059"/>
          </a:xfrm>
          <a:prstGeom prst="rect">
            <a:avLst/>
          </a:prstGeom>
        </p:spPr>
      </p:pic>
      <p:pic>
        <p:nvPicPr>
          <p:cNvPr id="12" name="SK-43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4299" y="4471026"/>
            <a:ext cx="3608784" cy="1748730"/>
          </a:xfrm>
          <a:prstGeom prst="rect">
            <a:avLst/>
          </a:prstGeom>
        </p:spPr>
      </p:pic>
      <p:pic>
        <p:nvPicPr>
          <p:cNvPr id="13" name="SK-43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4094" y="4690765"/>
            <a:ext cx="585192" cy="329059"/>
          </a:xfrm>
          <a:prstGeom prst="rect">
            <a:avLst/>
          </a:prstGeom>
        </p:spPr>
      </p:pic>
      <p:pic>
        <p:nvPicPr>
          <p:cNvPr id="14" name="SK-43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50769" y="4484787"/>
            <a:ext cx="3608784" cy="1769269"/>
          </a:xfrm>
          <a:prstGeom prst="rect">
            <a:avLst/>
          </a:prstGeom>
        </p:spPr>
      </p:pic>
      <p:pic>
        <p:nvPicPr>
          <p:cNvPr id="15" name="SK-43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62565" y="4690765"/>
            <a:ext cx="585192" cy="329059"/>
          </a:xfrm>
          <a:prstGeom prst="rect">
            <a:avLst/>
          </a:prstGeom>
        </p:spPr>
      </p:pic>
      <p:pic>
        <p:nvPicPr>
          <p:cNvPr id="16" name="SK-43-img-15" descr="preencoded.png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600724"/>
            <a:ext cx="12192000" cy="257276"/>
          </a:xfrm>
          <a:prstGeom prst="rect">
            <a:avLst/>
          </a:prstGeom>
        </p:spPr>
      </p:pic>
      <p:pic>
        <p:nvPicPr>
          <p:cNvPr id="17" name="SK-43-img-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78353" y="4683919"/>
            <a:ext cx="402282" cy="281136"/>
          </a:xfrm>
          <a:prstGeom prst="rect">
            <a:avLst/>
          </a:prstGeom>
        </p:spPr>
      </p:pic>
      <p:pic>
        <p:nvPicPr>
          <p:cNvPr id="18" name="SK-43-img-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7153" y="2660898"/>
            <a:ext cx="438894" cy="287982"/>
          </a:xfrm>
          <a:prstGeom prst="rect">
            <a:avLst/>
          </a:prstGeom>
        </p:spPr>
      </p:pic>
      <p:pic>
        <p:nvPicPr>
          <p:cNvPr id="19" name="SK-43-img-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39867" y="2633365"/>
            <a:ext cx="463153" cy="315367"/>
          </a:xfrm>
          <a:prstGeom prst="rect">
            <a:avLst/>
          </a:prstGeom>
        </p:spPr>
      </p:pic>
      <p:sp>
        <p:nvSpPr>
          <p:cNvPr id="20" name="SK-43-text-19"/>
          <p:cNvSpPr/>
          <p:nvPr/>
        </p:nvSpPr>
        <p:spPr>
          <a:xfrm>
            <a:off x="3620988" y="109463"/>
            <a:ext cx="4437757" cy="78179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مفهوم إدارة </a:t>
            </a:r>
            <a:r>
              <a:rPr lang="en-US" sz="2175" b="1" dirty="0" err="1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الجودة</a:t>
            </a:r>
            <a:r>
              <a:rPr lang="en-US" sz="2175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</a:t>
            </a:r>
            <a:r>
              <a:rPr lang="en-US" sz="2175" b="1" dirty="0" err="1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الشاملة</a:t>
            </a:r>
            <a:r>
              <a:rPr lang="ar-SA" sz="2175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</a:t>
            </a:r>
            <a:r>
              <a:rPr lang="en-US" sz="2175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(TQM)</a:t>
            </a:r>
            <a:endParaRPr lang="en-US" sz="21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K-43-text-20"/>
          <p:cNvSpPr/>
          <p:nvPr/>
        </p:nvSpPr>
        <p:spPr>
          <a:xfrm>
            <a:off x="601936" y="1353543"/>
            <a:ext cx="10155882" cy="6171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فلسفة إدارية حديثة تسعى إلى تحقيق النجاح المستدام طويل الامد من خلال التزام </a:t>
            </a:r>
            <a:r>
              <a:rPr lang="en-US" sz="1575" b="1" dirty="0" err="1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المنظمة</a:t>
            </a:r>
            <a:r>
              <a:rPr lang="en-US" sz="1575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</a:t>
            </a:r>
            <a:r>
              <a:rPr lang="en-US" sz="1575" b="1" dirty="0" err="1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بالتحسين</a:t>
            </a:r>
            <a:r>
              <a:rPr lang="ar-SA" sz="1575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</a:t>
            </a:r>
            <a:r>
              <a:rPr lang="en-US" sz="1575" b="1" dirty="0" err="1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المستمر</a:t>
            </a:r>
            <a:r>
              <a:rPr lang="en-US" sz="1575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</a:t>
            </a:r>
            <a:r>
              <a:rPr lang="en-US" sz="1575" b="1" dirty="0" err="1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وتلبية</a:t>
            </a:r>
            <a:r>
              <a:rPr lang="en-US" sz="1575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متطلبات جميع الأطراف المعنية.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K-43-text-21"/>
          <p:cNvSpPr/>
          <p:nvPr/>
        </p:nvSpPr>
        <p:spPr>
          <a:xfrm>
            <a:off x="2120354" y="2653903"/>
            <a:ext cx="465088" cy="28798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950" dirty="0">
                <a:solidFill>
                  <a:srgbClr val="004D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♻️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K-43-text-22"/>
          <p:cNvSpPr/>
          <p:nvPr/>
        </p:nvSpPr>
        <p:spPr>
          <a:xfrm>
            <a:off x="1851571" y="3175248"/>
            <a:ext cx="892969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تحسين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K-43-text-23"/>
          <p:cNvSpPr/>
          <p:nvPr/>
        </p:nvSpPr>
        <p:spPr>
          <a:xfrm>
            <a:off x="1851571" y="3360390"/>
            <a:ext cx="1014859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المخرجات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K-43-text-24"/>
          <p:cNvSpPr/>
          <p:nvPr/>
        </p:nvSpPr>
        <p:spPr>
          <a:xfrm>
            <a:off x="767953" y="3559225"/>
            <a:ext cx="3194298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lnSpc>
                <a:spcPts val="1463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التطوير المستمر لجودة المنتجات والخدمات لضمان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rtl="1">
              <a:lnSpc>
                <a:spcPts val="1463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التميز التنافسي.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K-43-text-25"/>
          <p:cNvSpPr/>
          <p:nvPr/>
        </p:nvSpPr>
        <p:spPr>
          <a:xfrm>
            <a:off x="5679877" y="3140869"/>
            <a:ext cx="819894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مشاركة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K-43-text-26"/>
          <p:cNvSpPr/>
          <p:nvPr/>
        </p:nvSpPr>
        <p:spPr>
          <a:xfrm>
            <a:off x="5667673" y="3360390"/>
            <a:ext cx="856357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العاملين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K-43-text-27"/>
          <p:cNvSpPr/>
          <p:nvPr/>
        </p:nvSpPr>
        <p:spPr>
          <a:xfrm>
            <a:off x="4584055" y="3559225"/>
            <a:ext cx="3035796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lnSpc>
                <a:spcPts val="1463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تفعيل دور جميع الموظفين في مستويات المنظمة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rtl="1">
              <a:lnSpc>
                <a:spcPts val="1463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للمساهمة في تحقيق الجودة.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K-43-text-28"/>
          <p:cNvSpPr/>
          <p:nvPr/>
        </p:nvSpPr>
        <p:spPr>
          <a:xfrm>
            <a:off x="9166771" y="3243709"/>
            <a:ext cx="1307455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إرضاء العملاء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K-43-text-29"/>
          <p:cNvSpPr/>
          <p:nvPr/>
        </p:nvSpPr>
        <p:spPr>
          <a:xfrm>
            <a:off x="8473380" y="3559225"/>
            <a:ext cx="2694384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lnSpc>
                <a:spcPts val="1463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جعل احتياجات وتوقعات العميل هي المحرك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rtl="1">
              <a:lnSpc>
                <a:spcPts val="1463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الأساسي لكافة أنشطة المؤسسة.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K-43-text-30"/>
          <p:cNvSpPr/>
          <p:nvPr/>
        </p:nvSpPr>
        <p:spPr>
          <a:xfrm>
            <a:off x="3973562" y="4704457"/>
            <a:ext cx="477292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950" dirty="0">
                <a:solidFill>
                  <a:srgbClr val="004D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📈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K-43-text-31"/>
          <p:cNvSpPr/>
          <p:nvPr/>
        </p:nvSpPr>
        <p:spPr>
          <a:xfrm>
            <a:off x="3473053" y="5157192"/>
            <a:ext cx="1526977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تحقيق الأهداف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K-43-text-32"/>
          <p:cNvSpPr/>
          <p:nvPr/>
        </p:nvSpPr>
        <p:spPr>
          <a:xfrm>
            <a:off x="3924300" y="5438329"/>
            <a:ext cx="624780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الكلية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K-43-text-33"/>
          <p:cNvSpPr/>
          <p:nvPr/>
        </p:nvSpPr>
        <p:spPr>
          <a:xfrm>
            <a:off x="2840682" y="5678388"/>
            <a:ext cx="2767459" cy="432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lnSpc>
                <a:spcPts val="1463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زيادة الإنتاجية والفعالية للوصول إلى الأهداف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rtl="1">
              <a:lnSpc>
                <a:spcPts val="1463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الاستراتيجية للمنظمة.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K-43-text-34"/>
          <p:cNvSpPr/>
          <p:nvPr/>
        </p:nvSpPr>
        <p:spPr>
          <a:xfrm>
            <a:off x="7301359" y="5184577"/>
            <a:ext cx="1392882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تطوير الثقافة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K-43-text-35"/>
          <p:cNvSpPr/>
          <p:nvPr/>
        </p:nvSpPr>
        <p:spPr>
          <a:xfrm>
            <a:off x="7472065" y="5438329"/>
            <a:ext cx="1027063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والعمليات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K-43-text-36"/>
          <p:cNvSpPr/>
          <p:nvPr/>
        </p:nvSpPr>
        <p:spPr>
          <a:xfrm>
            <a:off x="6559153" y="5678388"/>
            <a:ext cx="2877294" cy="432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lnSpc>
                <a:spcPts val="1463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تحسين أساليب العمل والثقافة التنظيمية لدعم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rtl="1">
              <a:lnSpc>
                <a:spcPts val="1463"/>
              </a:lnSpc>
              <a:buNone/>
            </a:pPr>
            <a:r>
              <a:rPr lang="en-US" sz="1125" dirty="0">
                <a:solidFill>
                  <a:srgbClr val="222222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فلسفة الإتقان والتميز.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D18623-B976-7454-4B2C-B6A38533D8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9-img-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882" y="1165771"/>
            <a:ext cx="1267867" cy="95994"/>
          </a:xfrm>
          <a:prstGeom prst="rect">
            <a:avLst/>
          </a:prstGeom>
        </p:spPr>
      </p:pic>
      <p:pic>
        <p:nvPicPr>
          <p:cNvPr id="6" name="SK-9-img-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769" y="1812578"/>
            <a:ext cx="7558980" cy="9525"/>
          </a:xfrm>
          <a:prstGeom prst="rect">
            <a:avLst/>
          </a:prstGeom>
        </p:spPr>
      </p:pic>
      <p:pic>
        <p:nvPicPr>
          <p:cNvPr id="7" name="SK-9-img-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180" y="4061966"/>
            <a:ext cx="9790063" cy="9525"/>
          </a:xfrm>
          <a:prstGeom prst="rect">
            <a:avLst/>
          </a:prstGeom>
        </p:spPr>
      </p:pic>
      <p:pic>
        <p:nvPicPr>
          <p:cNvPr id="9" name="SK-9-img-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290" y="6270278"/>
            <a:ext cx="1219200" cy="9525"/>
          </a:xfrm>
          <a:prstGeom prst="rect">
            <a:avLst/>
          </a:prstGeom>
        </p:spPr>
      </p:pic>
      <p:pic>
        <p:nvPicPr>
          <p:cNvPr id="10" name="SK-9-img-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4546" y="2125861"/>
            <a:ext cx="19050" cy="1577280"/>
          </a:xfrm>
          <a:prstGeom prst="rect">
            <a:avLst/>
          </a:prstGeom>
        </p:spPr>
      </p:pic>
      <p:pic>
        <p:nvPicPr>
          <p:cNvPr id="11" name="SK-9-img-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4546" y="4320480"/>
            <a:ext cx="19050" cy="1440061"/>
          </a:xfrm>
          <a:prstGeom prst="rect">
            <a:avLst/>
          </a:prstGeom>
        </p:spPr>
      </p:pic>
      <p:pic>
        <p:nvPicPr>
          <p:cNvPr id="12" name="SK-9-img-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1238" y="2125861"/>
            <a:ext cx="9525" cy="3634680"/>
          </a:xfrm>
          <a:prstGeom prst="rect">
            <a:avLst/>
          </a:prstGeom>
        </p:spPr>
      </p:pic>
      <p:pic>
        <p:nvPicPr>
          <p:cNvPr id="13" name="SK-9-img-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1165" y="2125861"/>
            <a:ext cx="19050" cy="1577280"/>
          </a:xfrm>
          <a:prstGeom prst="rect">
            <a:avLst/>
          </a:prstGeom>
        </p:spPr>
      </p:pic>
      <p:pic>
        <p:nvPicPr>
          <p:cNvPr id="14" name="SK-9-img-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1165" y="4320480"/>
            <a:ext cx="19050" cy="1440061"/>
          </a:xfrm>
          <a:prstGeom prst="rect">
            <a:avLst/>
          </a:prstGeom>
        </p:spPr>
      </p:pic>
      <p:pic>
        <p:nvPicPr>
          <p:cNvPr id="15" name="SK-9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96580" y="3483769"/>
            <a:ext cx="1341090" cy="315367"/>
          </a:xfrm>
          <a:prstGeom prst="rect">
            <a:avLst/>
          </a:prstGeom>
        </p:spPr>
      </p:pic>
      <p:pic>
        <p:nvPicPr>
          <p:cNvPr id="16" name="SK-9-img-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61498" y="3487192"/>
            <a:ext cx="1341090" cy="315367"/>
          </a:xfrm>
          <a:prstGeom prst="rect">
            <a:avLst/>
          </a:prstGeom>
        </p:spPr>
      </p:pic>
      <p:pic>
        <p:nvPicPr>
          <p:cNvPr id="17" name="SK-9-img-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96580" y="5589240"/>
            <a:ext cx="1341090" cy="315367"/>
          </a:xfrm>
          <a:prstGeom prst="rect">
            <a:avLst/>
          </a:prstGeom>
        </p:spPr>
      </p:pic>
      <p:pic>
        <p:nvPicPr>
          <p:cNvPr id="18" name="SK-9-img-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61498" y="5602932"/>
            <a:ext cx="1341090" cy="315367"/>
          </a:xfrm>
          <a:prstGeom prst="rect">
            <a:avLst/>
          </a:prstGeom>
        </p:spPr>
      </p:pic>
      <p:pic>
        <p:nvPicPr>
          <p:cNvPr id="19" name="SK-9-img-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65655" y="4402782"/>
            <a:ext cx="1255663" cy="1117848"/>
          </a:xfrm>
          <a:prstGeom prst="rect">
            <a:avLst/>
          </a:prstGeom>
        </p:spPr>
      </p:pic>
      <p:pic>
        <p:nvPicPr>
          <p:cNvPr id="20" name="SK-9-img-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53600" y="2167086"/>
            <a:ext cx="1231255" cy="1385292"/>
          </a:xfrm>
          <a:prstGeom prst="rect">
            <a:avLst/>
          </a:prstGeom>
        </p:spPr>
      </p:pic>
      <p:pic>
        <p:nvPicPr>
          <p:cNvPr id="21" name="SK-9-img-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53294" y="4389090"/>
            <a:ext cx="1133773" cy="1145232"/>
          </a:xfrm>
          <a:prstGeom prst="rect">
            <a:avLst/>
          </a:prstGeom>
        </p:spPr>
      </p:pic>
      <p:pic>
        <p:nvPicPr>
          <p:cNvPr id="22" name="SK-9-img-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50777" y="2208163"/>
            <a:ext cx="1048494" cy="1323529"/>
          </a:xfrm>
          <a:prstGeom prst="rect">
            <a:avLst/>
          </a:prstGeom>
        </p:spPr>
      </p:pic>
      <p:sp>
        <p:nvSpPr>
          <p:cNvPr id="23" name="SK-9-text-22"/>
          <p:cNvSpPr/>
          <p:nvPr/>
        </p:nvSpPr>
        <p:spPr>
          <a:xfrm>
            <a:off x="4481840" y="390823"/>
            <a:ext cx="6954113" cy="685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3525" b="1" dirty="0">
                <a:solidFill>
                  <a:srgbClr val="FFFFFF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المفاهيم الأساسية لإدارة الجودة</a:t>
            </a:r>
            <a:endParaRPr lang="en-US" sz="35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K-9-text-23"/>
          <p:cNvSpPr/>
          <p:nvPr/>
        </p:nvSpPr>
        <p:spPr>
          <a:xfrm>
            <a:off x="4060954" y="1511202"/>
            <a:ext cx="7374999" cy="28798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650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.يساعد على فهم دور الجودة في نجاح المشروع TQMو QCو </a:t>
            </a:r>
            <a:r>
              <a:rPr lang="en-US" sz="1650" dirty="0" err="1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QAو</a:t>
            </a:r>
            <a:r>
              <a:rPr lang="en-US" sz="1650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QP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K-9-text-24"/>
          <p:cNvSpPr/>
          <p:nvPr/>
        </p:nvSpPr>
        <p:spPr>
          <a:xfrm>
            <a:off x="2817227" y="2160240"/>
            <a:ext cx="2364224" cy="356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175" b="1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QA ضمان الجودة</a:t>
            </a:r>
            <a:endParaRPr lang="en-US" sz="21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K-9-text-25"/>
          <p:cNvSpPr/>
          <p:nvPr/>
        </p:nvSpPr>
        <p:spPr>
          <a:xfrm>
            <a:off x="2904083" y="2729359"/>
            <a:ext cx="2411462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42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تحقق وقائي ومنهجي من صحة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K-9-text-26"/>
          <p:cNvSpPr/>
          <p:nvPr/>
        </p:nvSpPr>
        <p:spPr>
          <a:xfrm>
            <a:off x="3038177" y="3038029"/>
            <a:ext cx="2228552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r>
              <a:rPr lang="en-US" sz="142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.العمليات قبل ظهور العيوب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K-9-text-27"/>
          <p:cNvSpPr/>
          <p:nvPr/>
        </p:nvSpPr>
        <p:spPr>
          <a:xfrm>
            <a:off x="3968204" y="3518148"/>
            <a:ext cx="524619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D4AF37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وقائي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K-9-text-28"/>
          <p:cNvSpPr/>
          <p:nvPr/>
        </p:nvSpPr>
        <p:spPr>
          <a:xfrm>
            <a:off x="2683133" y="4347865"/>
            <a:ext cx="3010436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175" b="1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TQM إدارة الجودة الشاملة</a:t>
            </a:r>
            <a:endParaRPr lang="en-US" sz="21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K-9-text-29"/>
          <p:cNvSpPr/>
          <p:nvPr/>
        </p:nvSpPr>
        <p:spPr>
          <a:xfrm>
            <a:off x="2831009" y="4848523"/>
            <a:ext cx="2813745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42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فلسفة مؤسسية يشارك فيها الجميع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K-9-text-30"/>
          <p:cNvSpPr/>
          <p:nvPr/>
        </p:nvSpPr>
        <p:spPr>
          <a:xfrm>
            <a:off x="3656559" y="5161550"/>
            <a:ext cx="1960364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r>
              <a:rPr lang="en-US" sz="142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.لتحسين الجودة باستمرار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K-9-text-31"/>
          <p:cNvSpPr/>
          <p:nvPr/>
        </p:nvSpPr>
        <p:spPr>
          <a:xfrm>
            <a:off x="3638996" y="5616625"/>
            <a:ext cx="1207294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D4AF37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ثقافي ومستدام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K-9-text-32"/>
          <p:cNvSpPr/>
          <p:nvPr/>
        </p:nvSpPr>
        <p:spPr>
          <a:xfrm>
            <a:off x="6718608" y="2160240"/>
            <a:ext cx="2486114" cy="3634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175" b="1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QP تخطيط الجودة</a:t>
            </a:r>
            <a:endParaRPr lang="en-US" sz="21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K-9-text-33"/>
          <p:cNvSpPr/>
          <p:nvPr/>
        </p:nvSpPr>
        <p:spPr>
          <a:xfrm>
            <a:off x="6915299" y="2729359"/>
            <a:ext cx="2265164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42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تحديد معايير الجودة وكيفية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K-9-text-34"/>
          <p:cNvSpPr/>
          <p:nvPr/>
        </p:nvSpPr>
        <p:spPr>
          <a:xfrm>
            <a:off x="6927503" y="3038029"/>
            <a:ext cx="2252960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r>
              <a:rPr lang="en-US" sz="142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.تحقيقها منذ بداية المشروع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K-9-text-35"/>
          <p:cNvSpPr/>
          <p:nvPr/>
        </p:nvSpPr>
        <p:spPr>
          <a:xfrm>
            <a:off x="7735491" y="3518148"/>
            <a:ext cx="707380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D4AF37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استباقي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K-9-text-36"/>
          <p:cNvSpPr/>
          <p:nvPr/>
        </p:nvSpPr>
        <p:spPr>
          <a:xfrm>
            <a:off x="6718608" y="4320480"/>
            <a:ext cx="2461706" cy="3702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175" b="1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QC مراقبة الجودة</a:t>
            </a:r>
            <a:endParaRPr lang="en-US" sz="21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K-9-text-37"/>
          <p:cNvSpPr/>
          <p:nvPr/>
        </p:nvSpPr>
        <p:spPr>
          <a:xfrm>
            <a:off x="6220271" y="4848523"/>
            <a:ext cx="2996654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42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قياس المخرجات والتحقق من مطابقتها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K-9-text-38"/>
          <p:cNvSpPr/>
          <p:nvPr/>
        </p:nvSpPr>
        <p:spPr>
          <a:xfrm>
            <a:off x="7098209" y="5170884"/>
            <a:ext cx="2094458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r>
              <a:rPr lang="en-US" sz="142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.واتخاذ إجراءات تصحيحية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K-9-text-39"/>
          <p:cNvSpPr/>
          <p:nvPr/>
        </p:nvSpPr>
        <p:spPr>
          <a:xfrm>
            <a:off x="7686824" y="5650855"/>
            <a:ext cx="780604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D4AF37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تصحيحي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K-9-text-40"/>
          <p:cNvSpPr/>
          <p:nvPr/>
        </p:nvSpPr>
        <p:spPr>
          <a:xfrm>
            <a:off x="2197684" y="6002684"/>
            <a:ext cx="7870478" cy="34974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2025" dirty="0">
                <a:solidFill>
                  <a:srgbClr val="D4AF37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.الجودة تبدأ بالتخطيط، تُحمى بالضمان، تُقاس بالمراقبة، وترسخ كثقافة شاملة</a:t>
            </a:r>
            <a:endParaRPr lang="en-US" sz="20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0181"/>
            <a:ext cx="12192000" cy="5187353"/>
          </a:xfrm>
          <a:prstGeom prst="rect">
            <a:avLst/>
          </a:prstGeom>
        </p:spPr>
      </p:pic>
      <p:pic>
        <p:nvPicPr>
          <p:cNvPr id="3" name="SK-5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4455" y="411361"/>
            <a:ext cx="73075" cy="459432"/>
          </a:xfrm>
          <a:prstGeom prst="rect">
            <a:avLst/>
          </a:prstGeom>
        </p:spPr>
      </p:pic>
      <p:pic>
        <p:nvPicPr>
          <p:cNvPr id="4" name="SK-5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988" y="1533376"/>
            <a:ext cx="5388769" cy="2123777"/>
          </a:xfrm>
          <a:prstGeom prst="rect">
            <a:avLst/>
          </a:prstGeom>
        </p:spPr>
      </p:pic>
      <p:pic>
        <p:nvPicPr>
          <p:cNvPr id="5" name="SK-5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9082" y="1759744"/>
            <a:ext cx="475357" cy="479971"/>
          </a:xfrm>
          <a:prstGeom prst="rect">
            <a:avLst/>
          </a:prstGeom>
        </p:spPr>
      </p:pic>
      <p:pic>
        <p:nvPicPr>
          <p:cNvPr id="6" name="SK-5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2298" y="1543050"/>
            <a:ext cx="5376565" cy="2114252"/>
          </a:xfrm>
          <a:prstGeom prst="rect">
            <a:avLst/>
          </a:prstGeom>
        </p:spPr>
      </p:pic>
      <p:pic>
        <p:nvPicPr>
          <p:cNvPr id="7" name="SK-55-img-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6188" y="1769269"/>
            <a:ext cx="475357" cy="479971"/>
          </a:xfrm>
          <a:prstGeom prst="rect">
            <a:avLst/>
          </a:prstGeom>
        </p:spPr>
      </p:pic>
      <p:pic>
        <p:nvPicPr>
          <p:cNvPr id="8" name="SK-55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988" y="3874740"/>
            <a:ext cx="5388769" cy="2119015"/>
          </a:xfrm>
          <a:prstGeom prst="rect">
            <a:avLst/>
          </a:prstGeom>
        </p:spPr>
      </p:pic>
      <p:pic>
        <p:nvPicPr>
          <p:cNvPr id="9" name="SK-55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9082" y="4100959"/>
            <a:ext cx="475357" cy="479971"/>
          </a:xfrm>
          <a:prstGeom prst="rect">
            <a:avLst/>
          </a:prstGeom>
        </p:spPr>
      </p:pic>
      <p:pic>
        <p:nvPicPr>
          <p:cNvPr id="10" name="SK-55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8698" y="5572125"/>
            <a:ext cx="1462980" cy="233065"/>
          </a:xfrm>
          <a:prstGeom prst="rect">
            <a:avLst/>
          </a:prstGeom>
        </p:spPr>
      </p:pic>
      <p:pic>
        <p:nvPicPr>
          <p:cNvPr id="11" name="SK-55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2298" y="3867150"/>
            <a:ext cx="5376565" cy="2209502"/>
          </a:xfrm>
          <a:prstGeom prst="rect">
            <a:avLst/>
          </a:prstGeom>
        </p:spPr>
      </p:pic>
      <p:pic>
        <p:nvPicPr>
          <p:cNvPr id="12" name="SK-55-img-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6188" y="4093518"/>
            <a:ext cx="475357" cy="479971"/>
          </a:xfrm>
          <a:prstGeom prst="rect">
            <a:avLst/>
          </a:prstGeom>
        </p:spPr>
      </p:pic>
      <p:pic>
        <p:nvPicPr>
          <p:cNvPr id="14" name="SK-55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09263" y="4190107"/>
            <a:ext cx="292596" cy="260598"/>
          </a:xfrm>
          <a:prstGeom prst="rect">
            <a:avLst/>
          </a:prstGeom>
        </p:spPr>
      </p:pic>
      <p:pic>
        <p:nvPicPr>
          <p:cNvPr id="15" name="SK-55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4157" y="4100959"/>
            <a:ext cx="865584" cy="466279"/>
          </a:xfrm>
          <a:prstGeom prst="rect">
            <a:avLst/>
          </a:prstGeom>
        </p:spPr>
      </p:pic>
      <p:pic>
        <p:nvPicPr>
          <p:cNvPr id="16" name="SK-55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9953" y="4100959"/>
            <a:ext cx="402282" cy="479971"/>
          </a:xfrm>
          <a:prstGeom prst="rect">
            <a:avLst/>
          </a:prstGeom>
        </p:spPr>
      </p:pic>
      <p:pic>
        <p:nvPicPr>
          <p:cNvPr id="17" name="SK-55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30675" y="4100959"/>
            <a:ext cx="1414165" cy="507355"/>
          </a:xfrm>
          <a:prstGeom prst="rect">
            <a:avLst/>
          </a:prstGeom>
        </p:spPr>
      </p:pic>
      <p:pic>
        <p:nvPicPr>
          <p:cNvPr id="18" name="SK-55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60596" y="1844725"/>
            <a:ext cx="329059" cy="267444"/>
          </a:xfrm>
          <a:prstGeom prst="rect">
            <a:avLst/>
          </a:prstGeom>
        </p:spPr>
      </p:pic>
      <p:pic>
        <p:nvPicPr>
          <p:cNvPr id="19" name="SK-55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24157" y="1762423"/>
            <a:ext cx="865584" cy="507355"/>
          </a:xfrm>
          <a:prstGeom prst="rect">
            <a:avLst/>
          </a:prstGeom>
        </p:spPr>
      </p:pic>
      <p:pic>
        <p:nvPicPr>
          <p:cNvPr id="20" name="SK-55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15694" y="1762423"/>
            <a:ext cx="438894" cy="486817"/>
          </a:xfrm>
          <a:prstGeom prst="rect">
            <a:avLst/>
          </a:prstGeom>
        </p:spPr>
      </p:pic>
      <p:pic>
        <p:nvPicPr>
          <p:cNvPr id="21" name="SK-55-img-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91459" y="1762423"/>
            <a:ext cx="853380" cy="514350"/>
          </a:xfrm>
          <a:prstGeom prst="rect">
            <a:avLst/>
          </a:prstGeom>
        </p:spPr>
      </p:pic>
      <p:sp>
        <p:nvSpPr>
          <p:cNvPr id="22" name="SK-55-text-21"/>
          <p:cNvSpPr/>
          <p:nvPr/>
        </p:nvSpPr>
        <p:spPr>
          <a:xfrm>
            <a:off x="7754897" y="554787"/>
            <a:ext cx="3620036" cy="3976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algn="r" rtl="1"/>
            <a:r>
              <a:rPr lang="ar-SA" sz="2175" b="1" dirty="0">
                <a:solidFill>
                  <a:srgbClr val="002B24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تعريفات إدارة الجودة الشاملة </a:t>
            </a:r>
            <a:endParaRPr lang="en-US" sz="2175" dirty="0">
              <a:cs typeface="+mj-cs"/>
            </a:endParaRPr>
          </a:p>
          <a:p>
            <a:pPr marL="0" indent="0" algn="r" rtl="1">
              <a:buNone/>
            </a:pPr>
            <a:r>
              <a:rPr lang="ar-SA" sz="2175" b="1" dirty="0">
                <a:solidFill>
                  <a:srgbClr val="002B24"/>
                </a:solidFill>
                <a:latin typeface="Cairo" pitchFamily="34" charset="0"/>
                <a:ea typeface="Cairo" pitchFamily="34" charset="-122"/>
                <a:cs typeface="+mj-cs"/>
              </a:rPr>
              <a:t> </a:t>
            </a:r>
            <a:endParaRPr lang="en-US" sz="2175" dirty="0">
              <a:cs typeface="+mj-cs"/>
            </a:endParaRPr>
          </a:p>
        </p:txBody>
      </p:sp>
      <p:sp>
        <p:nvSpPr>
          <p:cNvPr id="23" name="SK-55-text-22"/>
          <p:cNvSpPr/>
          <p:nvPr/>
        </p:nvSpPr>
        <p:spPr>
          <a:xfrm>
            <a:off x="9827627" y="624036"/>
            <a:ext cx="1547306" cy="31536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endParaRPr lang="en-US" sz="2175" dirty="0">
              <a:cs typeface="+mj-cs"/>
            </a:endParaRPr>
          </a:p>
        </p:txBody>
      </p:sp>
      <p:sp>
        <p:nvSpPr>
          <p:cNvPr id="27" name="SK-55-text-26"/>
          <p:cNvSpPr/>
          <p:nvPr/>
        </p:nvSpPr>
        <p:spPr>
          <a:xfrm>
            <a:off x="4155877" y="5609779"/>
            <a:ext cx="1344067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975" b="1" dirty="0">
                <a:solidFill>
                  <a:srgbClr val="A67C52"/>
                </a:solidFill>
                <a:latin typeface="Cairo" pitchFamily="34" charset="0"/>
                <a:ea typeface="Cairo" pitchFamily="34" charset="-122"/>
                <a:cs typeface="+mj-cs"/>
              </a:rPr>
              <a:t>Cohen &amp; Brand (1993)</a:t>
            </a:r>
            <a:endParaRPr lang="en-US" sz="975" dirty="0">
              <a:cs typeface="+mj-c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AF99FB8-9510-6E27-568E-7F29F5D0D21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33310" y="2611066"/>
            <a:ext cx="4422252" cy="87733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0FAAF89-F8C4-2BAD-2042-332BC017B56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6438" y="2616645"/>
            <a:ext cx="4705797" cy="8992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E3C7A2A-9625-9B65-9340-9C8F101D3AB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30246" y="4893260"/>
            <a:ext cx="5049508" cy="107691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BD64984-448A-4114-F37C-67233954E6D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4771" y="4777436"/>
            <a:ext cx="4892338" cy="775878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6258953-02F4-6902-EBCC-9CD09D0C99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" y="1444752"/>
            <a:ext cx="12192000" cy="4553712"/>
          </a:xfrm>
          <a:prstGeom prst="rect">
            <a:avLst/>
          </a:prstGeom>
        </p:spPr>
      </p:pic>
      <p:pic>
        <p:nvPicPr>
          <p:cNvPr id="30" name="SK-44-img-14" descr="preencoded.png">
            <a:extLst>
              <a:ext uri="{FF2B5EF4-FFF2-40B4-BE49-F238E27FC236}">
                <a16:creationId xmlns:a16="http://schemas.microsoft.com/office/drawing/2014/main" id="{2C38DAC9-2338-203B-F0F4-A38935A37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663" y="3057822"/>
            <a:ext cx="3633192" cy="1234380"/>
          </a:xfrm>
          <a:prstGeom prst="rect">
            <a:avLst/>
          </a:prstGeom>
        </p:spPr>
      </p:pic>
      <p:pic>
        <p:nvPicPr>
          <p:cNvPr id="3" name="SK-44-img-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8667" y="421309"/>
            <a:ext cx="73075" cy="452586"/>
          </a:xfrm>
          <a:prstGeom prst="rect">
            <a:avLst/>
          </a:prstGeom>
        </p:spPr>
      </p:pic>
      <p:pic>
        <p:nvPicPr>
          <p:cNvPr id="4" name="SK-44-img-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pic>
        <p:nvPicPr>
          <p:cNvPr id="5" name="SK-44-img-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580" y="1645890"/>
            <a:ext cx="3633192" cy="1206996"/>
          </a:xfrm>
          <a:prstGeom prst="rect">
            <a:avLst/>
          </a:prstGeom>
        </p:spPr>
      </p:pic>
      <p:pic>
        <p:nvPicPr>
          <p:cNvPr id="6" name="SK-44-img-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1859" y="1741884"/>
            <a:ext cx="390079" cy="397669"/>
          </a:xfrm>
          <a:prstGeom prst="rect">
            <a:avLst/>
          </a:prstGeom>
        </p:spPr>
      </p:pic>
      <p:pic>
        <p:nvPicPr>
          <p:cNvPr id="7" name="SK-44-img-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3663" y="1618357"/>
            <a:ext cx="3584377" cy="1234380"/>
          </a:xfrm>
          <a:prstGeom prst="rect">
            <a:avLst/>
          </a:prstGeom>
        </p:spPr>
      </p:pic>
      <p:pic>
        <p:nvPicPr>
          <p:cNvPr id="8" name="SK-44-img-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8275" y="1741884"/>
            <a:ext cx="390079" cy="377130"/>
          </a:xfrm>
          <a:prstGeom prst="rect">
            <a:avLst/>
          </a:prstGeom>
        </p:spPr>
      </p:pic>
      <p:pic>
        <p:nvPicPr>
          <p:cNvPr id="9" name="SK-44-img-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0079" y="1625203"/>
            <a:ext cx="3633192" cy="1227534"/>
          </a:xfrm>
          <a:prstGeom prst="rect">
            <a:avLst/>
          </a:prstGeom>
        </p:spPr>
      </p:pic>
      <p:pic>
        <p:nvPicPr>
          <p:cNvPr id="10" name="SK-44-img-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43357" y="1741884"/>
            <a:ext cx="390079" cy="383977"/>
          </a:xfrm>
          <a:prstGeom prst="rect">
            <a:avLst/>
          </a:prstGeom>
        </p:spPr>
      </p:pic>
      <p:pic>
        <p:nvPicPr>
          <p:cNvPr id="11" name="SK-44-img-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580" y="3079105"/>
            <a:ext cx="3633192" cy="1179463"/>
          </a:xfrm>
          <a:prstGeom prst="rect">
            <a:avLst/>
          </a:prstGeom>
        </p:spPr>
      </p:pic>
      <p:pic>
        <p:nvPicPr>
          <p:cNvPr id="12" name="SK-44-img-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81859" y="3147120"/>
            <a:ext cx="390079" cy="385316"/>
          </a:xfrm>
          <a:prstGeom prst="rect">
            <a:avLst/>
          </a:prstGeom>
        </p:spPr>
      </p:pic>
      <p:pic>
        <p:nvPicPr>
          <p:cNvPr id="14" name="SK-44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8275" y="3147715"/>
            <a:ext cx="390079" cy="383977"/>
          </a:xfrm>
          <a:prstGeom prst="rect">
            <a:avLst/>
          </a:prstGeom>
        </p:spPr>
      </p:pic>
      <p:pic>
        <p:nvPicPr>
          <p:cNvPr id="15" name="SK-44-img-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079" y="3024336"/>
            <a:ext cx="3633192" cy="1234380"/>
          </a:xfrm>
          <a:prstGeom prst="rect">
            <a:avLst/>
          </a:prstGeom>
        </p:spPr>
      </p:pic>
      <p:pic>
        <p:nvPicPr>
          <p:cNvPr id="16" name="SK-44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43357" y="3140273"/>
            <a:ext cx="390079" cy="364778"/>
          </a:xfrm>
          <a:prstGeom prst="rect">
            <a:avLst/>
          </a:prstGeom>
        </p:spPr>
      </p:pic>
      <p:pic>
        <p:nvPicPr>
          <p:cNvPr id="17" name="SK-44-img-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3663" y="4430167"/>
            <a:ext cx="3584377" cy="1234380"/>
          </a:xfrm>
          <a:prstGeom prst="rect">
            <a:avLst/>
          </a:prstGeom>
        </p:spPr>
      </p:pic>
      <p:pic>
        <p:nvPicPr>
          <p:cNvPr id="18" name="SK-44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88275" y="4539258"/>
            <a:ext cx="390079" cy="364778"/>
          </a:xfrm>
          <a:prstGeom prst="rect">
            <a:avLst/>
          </a:prstGeom>
        </p:spPr>
      </p:pic>
      <p:pic>
        <p:nvPicPr>
          <p:cNvPr id="19" name="SK-44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06894" y="3216325"/>
            <a:ext cx="292596" cy="212527"/>
          </a:xfrm>
          <a:prstGeom prst="rect">
            <a:avLst/>
          </a:prstGeom>
        </p:spPr>
      </p:pic>
      <p:pic>
        <p:nvPicPr>
          <p:cNvPr id="20" name="SK-44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43357" y="1824186"/>
            <a:ext cx="243780" cy="219373"/>
          </a:xfrm>
          <a:prstGeom prst="rect">
            <a:avLst/>
          </a:prstGeom>
        </p:spPr>
      </p:pic>
      <p:pic>
        <p:nvPicPr>
          <p:cNvPr id="21" name="SK-44-img-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24886" y="4615309"/>
            <a:ext cx="243780" cy="212527"/>
          </a:xfrm>
          <a:prstGeom prst="rect">
            <a:avLst/>
          </a:prstGeom>
        </p:spPr>
      </p:pic>
      <p:pic>
        <p:nvPicPr>
          <p:cNvPr id="22" name="SK-44-img-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61498" y="3230017"/>
            <a:ext cx="207169" cy="219373"/>
          </a:xfrm>
          <a:prstGeom prst="rect">
            <a:avLst/>
          </a:prstGeom>
        </p:spPr>
      </p:pic>
      <p:pic>
        <p:nvPicPr>
          <p:cNvPr id="23" name="SK-44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61498" y="1824186"/>
            <a:ext cx="207169" cy="212527"/>
          </a:xfrm>
          <a:prstGeom prst="rect">
            <a:avLst/>
          </a:prstGeom>
        </p:spPr>
      </p:pic>
      <p:pic>
        <p:nvPicPr>
          <p:cNvPr id="24" name="SK-44-img-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06267" y="3223171"/>
            <a:ext cx="268188" cy="233065"/>
          </a:xfrm>
          <a:prstGeom prst="rect">
            <a:avLst/>
          </a:prstGeom>
        </p:spPr>
      </p:pic>
      <p:pic>
        <p:nvPicPr>
          <p:cNvPr id="25" name="SK-44-img-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06267" y="1831032"/>
            <a:ext cx="268188" cy="219373"/>
          </a:xfrm>
          <a:prstGeom prst="rect">
            <a:avLst/>
          </a:prstGeom>
        </p:spPr>
      </p:pic>
      <p:sp>
        <p:nvSpPr>
          <p:cNvPr id="26" name="SK-44-text-25"/>
          <p:cNvSpPr/>
          <p:nvPr/>
        </p:nvSpPr>
        <p:spPr>
          <a:xfrm>
            <a:off x="4091991" y="386988"/>
            <a:ext cx="4023270" cy="75426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2610"/>
              </a:lnSpc>
              <a:buNone/>
            </a:pPr>
            <a:r>
              <a:rPr lang="en-US" sz="2800" b="1" dirty="0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أهمية إدارة </a:t>
            </a:r>
            <a:r>
              <a:rPr lang="en-US" sz="2800" b="1" dirty="0" err="1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الجودة</a:t>
            </a:r>
            <a:r>
              <a:rPr lang="en-US" sz="2800" b="1" dirty="0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الشاملة</a:t>
            </a:r>
            <a:r>
              <a:rPr lang="en-US" sz="2800" b="1" dirty="0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</a:t>
            </a:r>
            <a:r>
              <a:rPr lang="ar-SA" sz="2800" b="1" dirty="0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في إدارة المشاريع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K-44-text-26"/>
          <p:cNvSpPr/>
          <p:nvPr/>
        </p:nvSpPr>
        <p:spPr>
          <a:xfrm>
            <a:off x="2467156" y="1741884"/>
            <a:ext cx="1092814" cy="4457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1650"/>
              </a:lnSpc>
              <a:buNone/>
            </a:pPr>
            <a:r>
              <a:rPr lang="en-US" sz="1500" b="1" dirty="0" err="1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رفع</a:t>
            </a:r>
            <a:r>
              <a:rPr lang="en-US" sz="1500" b="1" dirty="0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رضاالعملاء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K-44-text-28"/>
          <p:cNvSpPr/>
          <p:nvPr/>
        </p:nvSpPr>
        <p:spPr>
          <a:xfrm>
            <a:off x="2865090" y="3182094"/>
            <a:ext cx="694879" cy="432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1650"/>
              </a:lnSpc>
              <a:buNone/>
            </a:pPr>
            <a:r>
              <a:rPr lang="en-US" sz="1500" b="1" dirty="0" err="1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دعم</a:t>
            </a:r>
            <a:r>
              <a:rPr lang="ar-SA" sz="1500" b="1" dirty="0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الابتكار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K-44-text-32"/>
          <p:cNvSpPr/>
          <p:nvPr/>
        </p:nvSpPr>
        <p:spPr>
          <a:xfrm>
            <a:off x="6186962" y="3127177"/>
            <a:ext cx="1055016" cy="473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1650"/>
              </a:lnSpc>
              <a:buNone/>
            </a:pPr>
            <a:r>
              <a:rPr lang="en-US" sz="1500" b="1" dirty="0" err="1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تقليل</a:t>
            </a:r>
            <a:r>
              <a:rPr lang="ar-SA" sz="1500" b="1" dirty="0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التكاليف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K-44-text-34"/>
          <p:cNvSpPr/>
          <p:nvPr/>
        </p:nvSpPr>
        <p:spPr>
          <a:xfrm>
            <a:off x="6412855" y="4533007"/>
            <a:ext cx="828973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1650"/>
              </a:lnSpc>
              <a:buNone/>
            </a:pPr>
            <a:r>
              <a:rPr lang="en-US" sz="1500" b="1" dirty="0" err="1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تحقيق</a:t>
            </a:r>
            <a:r>
              <a:rPr lang="ar-SA" sz="1500" b="1" dirty="0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الأهداف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K-44-text-36"/>
          <p:cNvSpPr/>
          <p:nvPr/>
        </p:nvSpPr>
        <p:spPr>
          <a:xfrm>
            <a:off x="9954010" y="1735038"/>
            <a:ext cx="1018641" cy="4799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1650"/>
              </a:lnSpc>
              <a:buNone/>
            </a:pPr>
            <a:r>
              <a:rPr lang="en-US" sz="1500" b="1" dirty="0" err="1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زيادة</a:t>
            </a:r>
            <a:r>
              <a:rPr lang="ar-SA" sz="1500" b="1" dirty="0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3322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المرونة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K-44-text-37">
            <a:extLst>
              <a:ext uri="{FF2B5EF4-FFF2-40B4-BE49-F238E27FC236}">
                <a16:creationId xmlns:a16="http://schemas.microsoft.com/office/drawing/2014/main" id="{E137A275-1BFF-01F2-211F-14082E8E10C4}"/>
              </a:ext>
            </a:extLst>
          </p:cNvPr>
          <p:cNvSpPr/>
          <p:nvPr/>
        </p:nvSpPr>
        <p:spPr>
          <a:xfrm>
            <a:off x="8246852" y="2168932"/>
            <a:ext cx="3286583" cy="828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marR="0" algn="r" rtl="1">
              <a:lnSpc>
                <a:spcPts val="1660"/>
              </a:lnSpc>
              <a:spcAft>
                <a:spcPts val="800"/>
              </a:spcAft>
              <a:buNone/>
            </a:pPr>
            <a:r>
              <a:rPr lang="ar-SA" sz="1300" kern="1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تعزيز قدرة المنظمة على التكيف مع المتغيرات</a:t>
            </a: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r" rtl="1">
              <a:lnSpc>
                <a:spcPts val="1660"/>
              </a:lnSpc>
              <a:spcAft>
                <a:spcPts val="800"/>
              </a:spcAft>
              <a:buNone/>
            </a:pPr>
            <a:r>
              <a:rPr lang="ar-SA" sz="1300" kern="1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البيئية وتلبية احتياجات الأسواق المتنوعة بفعالية</a:t>
            </a:r>
            <a:r>
              <a:rPr lang="en-US" sz="1300" kern="1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.</a:t>
            </a: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F0279B5-B2C7-7EA1-ABF3-96E2AC0EA26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30352" y="2146457"/>
            <a:ext cx="3011389" cy="819264"/>
          </a:xfrm>
          <a:prstGeom prst="rect">
            <a:avLst/>
          </a:prstGeom>
        </p:spPr>
      </p:pic>
      <p:sp>
        <p:nvSpPr>
          <p:cNvPr id="45" name="SK-44-text-30">
            <a:extLst>
              <a:ext uri="{FF2B5EF4-FFF2-40B4-BE49-F238E27FC236}">
                <a16:creationId xmlns:a16="http://schemas.microsoft.com/office/drawing/2014/main" id="{0144F8B4-D7E5-D439-845A-996F4035ACD5}"/>
              </a:ext>
            </a:extLst>
          </p:cNvPr>
          <p:cNvSpPr/>
          <p:nvPr/>
        </p:nvSpPr>
        <p:spPr>
          <a:xfrm>
            <a:off x="5795016" y="1705712"/>
            <a:ext cx="1527810" cy="479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algn="r" rtl="1">
              <a:lnSpc>
                <a:spcPts val="1650"/>
              </a:lnSpc>
              <a:spcAft>
                <a:spcPts val="800"/>
              </a:spcAft>
              <a:buNone/>
            </a:pPr>
            <a:r>
              <a:rPr lang="ar-SA" sz="1500" b="1" kern="1200" dirty="0">
                <a:solidFill>
                  <a:srgbClr val="003322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تحسين الوضع التنافسي</a:t>
            </a: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2556EDA-BFE9-38D7-C116-0440CB783B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3135" y="2225453"/>
            <a:ext cx="3191320" cy="62873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14A5AA0-DCE1-9C54-B0C3-4B453643622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75205" y="3540701"/>
            <a:ext cx="2819794" cy="619211"/>
          </a:xfrm>
          <a:prstGeom prst="rect">
            <a:avLst/>
          </a:prstGeom>
        </p:spPr>
      </p:pic>
      <p:sp>
        <p:nvSpPr>
          <p:cNvPr id="52" name="SK-44-text-33">
            <a:extLst>
              <a:ext uri="{FF2B5EF4-FFF2-40B4-BE49-F238E27FC236}">
                <a16:creationId xmlns:a16="http://schemas.microsoft.com/office/drawing/2014/main" id="{8D097057-5D53-EAB8-D37B-4FC55CE3C434}"/>
              </a:ext>
            </a:extLst>
          </p:cNvPr>
          <p:cNvSpPr/>
          <p:nvPr/>
        </p:nvSpPr>
        <p:spPr>
          <a:xfrm>
            <a:off x="4413498" y="3531662"/>
            <a:ext cx="3324570" cy="6934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marR="0" algn="r" rtl="1">
              <a:lnSpc>
                <a:spcPts val="1660"/>
              </a:lnSpc>
              <a:spcAft>
                <a:spcPts val="800"/>
              </a:spcAft>
              <a:buNone/>
            </a:pPr>
            <a:r>
              <a:rPr lang="ar-SA" sz="1300" kern="1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خفض التكاليف التشغيلية من خلال تقليل الهدر،</a:t>
            </a: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r" rtl="1">
              <a:lnSpc>
                <a:spcPts val="1660"/>
              </a:lnSpc>
              <a:spcAft>
                <a:spcPts val="800"/>
              </a:spcAft>
              <a:buNone/>
            </a:pPr>
            <a:r>
              <a:rPr lang="ar-SA" sz="1300" kern="1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وإعادة العمل، وتقليص نفقات الرقابة والفحص</a:t>
            </a:r>
            <a:r>
              <a:rPr lang="en-US" sz="1300" kern="1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.</a:t>
            </a: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BB1E1562-3A03-E1D5-B315-BE54914F97F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40398" y="3571280"/>
            <a:ext cx="2734057" cy="666843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2256B402-A4DB-1D31-EE9B-7E8FB8AE417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73925" y="4981660"/>
            <a:ext cx="2794741" cy="68589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D3E3D8C-7B0E-DC6E-6E0E-C7467ECB994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015268" y="3079105"/>
            <a:ext cx="939007" cy="476316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3CF4508-A53C-5F51-6551-4DB603432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K-11-img-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96" y="2112169"/>
            <a:ext cx="1914079" cy="3620988"/>
          </a:xfrm>
          <a:prstGeom prst="rect">
            <a:avLst/>
          </a:prstGeom>
        </p:spPr>
      </p:pic>
      <p:pic>
        <p:nvPicPr>
          <p:cNvPr id="7" name="SK-11-img-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55" y="3220492"/>
            <a:ext cx="10960596" cy="19050"/>
          </a:xfrm>
          <a:prstGeom prst="rect">
            <a:avLst/>
          </a:prstGeom>
        </p:spPr>
      </p:pic>
      <p:pic>
        <p:nvPicPr>
          <p:cNvPr id="8" name="SK-11-img-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2980" y="3161407"/>
            <a:ext cx="170557" cy="137071"/>
          </a:xfrm>
          <a:prstGeom prst="rect">
            <a:avLst/>
          </a:prstGeom>
        </p:spPr>
      </p:pic>
      <p:pic>
        <p:nvPicPr>
          <p:cNvPr id="9" name="SK-11-img-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6580" y="3161407"/>
            <a:ext cx="170557" cy="137071"/>
          </a:xfrm>
          <a:prstGeom prst="rect">
            <a:avLst/>
          </a:prstGeom>
        </p:spPr>
      </p:pic>
      <p:pic>
        <p:nvPicPr>
          <p:cNvPr id="10" name="SK-11-img-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071" y="3161407"/>
            <a:ext cx="170557" cy="137071"/>
          </a:xfrm>
          <a:prstGeom prst="rect">
            <a:avLst/>
          </a:prstGeom>
        </p:spPr>
      </p:pic>
      <p:pic>
        <p:nvPicPr>
          <p:cNvPr id="11" name="SK-11-img-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7561" y="3161407"/>
            <a:ext cx="170557" cy="137071"/>
          </a:xfrm>
          <a:prstGeom prst="rect">
            <a:avLst/>
          </a:prstGeom>
        </p:spPr>
      </p:pic>
      <p:pic>
        <p:nvPicPr>
          <p:cNvPr id="12" name="SK-11-img-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3200" y="3161407"/>
            <a:ext cx="170557" cy="137071"/>
          </a:xfrm>
          <a:prstGeom prst="rect">
            <a:avLst/>
          </a:prstGeom>
        </p:spPr>
      </p:pic>
      <p:pic>
        <p:nvPicPr>
          <p:cNvPr id="13" name="SK-11-img-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6398" y="2276773"/>
            <a:ext cx="9525" cy="3456384"/>
          </a:xfrm>
          <a:prstGeom prst="rect">
            <a:avLst/>
          </a:prstGeom>
        </p:spPr>
      </p:pic>
      <p:pic>
        <p:nvPicPr>
          <p:cNvPr id="14" name="SK-11-img-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9834" y="2276773"/>
            <a:ext cx="9525" cy="3456384"/>
          </a:xfrm>
          <a:prstGeom prst="rect">
            <a:avLst/>
          </a:prstGeom>
        </p:spPr>
      </p:pic>
      <p:pic>
        <p:nvPicPr>
          <p:cNvPr id="15" name="SK-11-img-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5324" y="2276773"/>
            <a:ext cx="9525" cy="3456384"/>
          </a:xfrm>
          <a:prstGeom prst="rect">
            <a:avLst/>
          </a:prstGeom>
        </p:spPr>
      </p:pic>
      <p:pic>
        <p:nvPicPr>
          <p:cNvPr id="16" name="SK-11-img-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8610" y="2276773"/>
            <a:ext cx="9525" cy="3456384"/>
          </a:xfrm>
          <a:prstGeom prst="rect">
            <a:avLst/>
          </a:prstGeom>
        </p:spPr>
      </p:pic>
      <p:pic>
        <p:nvPicPr>
          <p:cNvPr id="17" name="SK-11-img-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196" y="6034980"/>
            <a:ext cx="10387459" cy="569119"/>
          </a:xfrm>
          <a:prstGeom prst="rect">
            <a:avLst/>
          </a:prstGeom>
        </p:spPr>
      </p:pic>
      <p:pic>
        <p:nvPicPr>
          <p:cNvPr id="20" name="SK-11-img-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4863" y="2269927"/>
            <a:ext cx="694879" cy="685800"/>
          </a:xfrm>
          <a:prstGeom prst="rect">
            <a:avLst/>
          </a:prstGeom>
        </p:spPr>
      </p:pic>
      <p:pic>
        <p:nvPicPr>
          <p:cNvPr id="21" name="SK-11-img-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39373" y="2297311"/>
            <a:ext cx="694879" cy="637729"/>
          </a:xfrm>
          <a:prstGeom prst="rect">
            <a:avLst/>
          </a:prstGeom>
        </p:spPr>
      </p:pic>
      <p:pic>
        <p:nvPicPr>
          <p:cNvPr id="22" name="SK-11-img-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08290" y="2249388"/>
            <a:ext cx="646063" cy="713184"/>
          </a:xfrm>
          <a:prstGeom prst="rect">
            <a:avLst/>
          </a:prstGeom>
        </p:spPr>
      </p:pic>
      <p:pic>
        <p:nvPicPr>
          <p:cNvPr id="23" name="SK-11-img-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52800" y="2242542"/>
            <a:ext cx="682675" cy="733723"/>
          </a:xfrm>
          <a:prstGeom prst="rect">
            <a:avLst/>
          </a:prstGeom>
        </p:spPr>
      </p:pic>
      <p:pic>
        <p:nvPicPr>
          <p:cNvPr id="24" name="SK-11-img-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92275" y="2269927"/>
            <a:ext cx="536377" cy="678805"/>
          </a:xfrm>
          <a:prstGeom prst="rect">
            <a:avLst/>
          </a:prstGeom>
        </p:spPr>
      </p:pic>
      <p:sp>
        <p:nvSpPr>
          <p:cNvPr id="25" name="SK-11-text-24"/>
          <p:cNvSpPr/>
          <p:nvPr/>
        </p:nvSpPr>
        <p:spPr>
          <a:xfrm>
            <a:off x="5220236" y="329059"/>
            <a:ext cx="6069419" cy="69264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3825" b="1" dirty="0">
                <a:solidFill>
                  <a:srgbClr val="FFFFFF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تطور مفاهيم إدارة الجودة</a:t>
            </a:r>
            <a:endParaRPr lang="en-US" sz="3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K-11-text-25"/>
          <p:cNvSpPr/>
          <p:nvPr/>
        </p:nvSpPr>
        <p:spPr>
          <a:xfrm>
            <a:off x="5292358" y="1573932"/>
            <a:ext cx="5997297" cy="3016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650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من اكتشاف العيوب بعد وقوعها إلى بناء أنظمة جودة عالمية مستمرة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K-11-text-26"/>
          <p:cNvSpPr/>
          <p:nvPr/>
        </p:nvSpPr>
        <p:spPr>
          <a:xfrm>
            <a:off x="805755" y="3518148"/>
            <a:ext cx="1509415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E5B14E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معايير ISO 9000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K-11-text-27"/>
          <p:cNvSpPr/>
          <p:nvPr/>
        </p:nvSpPr>
        <p:spPr>
          <a:xfrm>
            <a:off x="812899" y="4293096"/>
            <a:ext cx="1495127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منذ 1987 حتي اليوم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K-11-text-28"/>
          <p:cNvSpPr/>
          <p:nvPr/>
        </p:nvSpPr>
        <p:spPr>
          <a:xfrm>
            <a:off x="837307" y="5054203"/>
            <a:ext cx="1446461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solidFill>
                  <a:srgbClr val="FFFFFF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إطار مرجعي عالمي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K-11-text-29"/>
          <p:cNvSpPr/>
          <p:nvPr/>
        </p:nvSpPr>
        <p:spPr>
          <a:xfrm>
            <a:off x="825103" y="5335488"/>
            <a:ext cx="1470720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لأنظمة إدارة الجودة.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K-11-text-30"/>
          <p:cNvSpPr/>
          <p:nvPr/>
        </p:nvSpPr>
        <p:spPr>
          <a:xfrm>
            <a:off x="2805261" y="3518148"/>
            <a:ext cx="1777603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إدارة الجودة الشاملة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K-11-text-31"/>
          <p:cNvSpPr/>
          <p:nvPr/>
        </p:nvSpPr>
        <p:spPr>
          <a:xfrm>
            <a:off x="3392835" y="3908971"/>
            <a:ext cx="602456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425" b="1" dirty="0">
                <a:solidFill>
                  <a:srgbClr val="E5B14E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TQM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K-11-text-32"/>
          <p:cNvSpPr/>
          <p:nvPr/>
        </p:nvSpPr>
        <p:spPr>
          <a:xfrm>
            <a:off x="3153817" y="4341019"/>
            <a:ext cx="1092845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منذ الثمانينيات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K-11-text-33"/>
          <p:cNvSpPr/>
          <p:nvPr/>
        </p:nvSpPr>
        <p:spPr>
          <a:xfrm>
            <a:off x="3117205" y="5054203"/>
            <a:ext cx="1165920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الجودة مسؤولية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K-11-text-34"/>
          <p:cNvSpPr/>
          <p:nvPr/>
        </p:nvSpPr>
        <p:spPr>
          <a:xfrm>
            <a:off x="3117205" y="5362873"/>
            <a:ext cx="1178123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مؤسسية شاملة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K-11-text-35"/>
          <p:cNvSpPr/>
          <p:nvPr/>
        </p:nvSpPr>
        <p:spPr>
          <a:xfrm>
            <a:off x="5316736" y="3518148"/>
            <a:ext cx="1192411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ضمان الجودة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K-11-text-36"/>
          <p:cNvSpPr/>
          <p:nvPr/>
        </p:nvSpPr>
        <p:spPr>
          <a:xfrm>
            <a:off x="5709345" y="3915817"/>
            <a:ext cx="431750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425" b="1" dirty="0">
                <a:solidFill>
                  <a:srgbClr val="E5B14E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QA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K-11-text-37"/>
          <p:cNvSpPr/>
          <p:nvPr/>
        </p:nvSpPr>
        <p:spPr>
          <a:xfrm>
            <a:off x="5214193" y="4354711"/>
            <a:ext cx="1434257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خمسينيات وستينيات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K-11-text-38"/>
          <p:cNvSpPr/>
          <p:nvPr/>
        </p:nvSpPr>
        <p:spPr>
          <a:xfrm>
            <a:off x="5409307" y="4622155"/>
            <a:ext cx="1031825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القرن الماضي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K-11-text-39"/>
          <p:cNvSpPr/>
          <p:nvPr/>
        </p:nvSpPr>
        <p:spPr>
          <a:xfrm>
            <a:off x="5226397" y="5054203"/>
            <a:ext cx="1409849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الانتقال من اكتشاف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K-11-text-40"/>
          <p:cNvSpPr/>
          <p:nvPr/>
        </p:nvSpPr>
        <p:spPr>
          <a:xfrm>
            <a:off x="5275213" y="5376565"/>
            <a:ext cx="1300163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العيوب إلى منعها.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K-11-text-41"/>
          <p:cNvSpPr/>
          <p:nvPr/>
        </p:nvSpPr>
        <p:spPr>
          <a:xfrm>
            <a:off x="7450336" y="3518148"/>
            <a:ext cx="1448544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الضبط الإحصائي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K-11-text-42"/>
          <p:cNvSpPr/>
          <p:nvPr/>
        </p:nvSpPr>
        <p:spPr>
          <a:xfrm>
            <a:off x="7755136" y="3861048"/>
            <a:ext cx="863203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للعمليات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K-11-text-43"/>
          <p:cNvSpPr/>
          <p:nvPr/>
        </p:nvSpPr>
        <p:spPr>
          <a:xfrm>
            <a:off x="7928223" y="4155877"/>
            <a:ext cx="529382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425" b="1" dirty="0">
                <a:solidFill>
                  <a:srgbClr val="E5B14E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SPC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K-11-text-44"/>
          <p:cNvSpPr/>
          <p:nvPr/>
        </p:nvSpPr>
        <p:spPr>
          <a:xfrm>
            <a:off x="7506295" y="4491930"/>
            <a:ext cx="1373237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عشرينيات وثلاثينيات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K-11-text-45"/>
          <p:cNvSpPr/>
          <p:nvPr/>
        </p:nvSpPr>
        <p:spPr>
          <a:xfrm>
            <a:off x="7701409" y="4752529"/>
            <a:ext cx="983159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القرن الماضي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K-11-text-46"/>
          <p:cNvSpPr/>
          <p:nvPr/>
        </p:nvSpPr>
        <p:spPr>
          <a:xfrm>
            <a:off x="7542907" y="5054203"/>
            <a:ext cx="1300163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استخدام الأساليب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K-11-text-47"/>
          <p:cNvSpPr/>
          <p:nvPr/>
        </p:nvSpPr>
        <p:spPr>
          <a:xfrm>
            <a:off x="7408813" y="5376565"/>
            <a:ext cx="1568351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الإحصائية أثناء الإنتاج.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K-11-text-48"/>
          <p:cNvSpPr/>
          <p:nvPr/>
        </p:nvSpPr>
        <p:spPr>
          <a:xfrm>
            <a:off x="10071646" y="3531840"/>
            <a:ext cx="765721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الفحص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K-11-text-49"/>
          <p:cNvSpPr/>
          <p:nvPr/>
        </p:nvSpPr>
        <p:spPr>
          <a:xfrm>
            <a:off x="9915525" y="3874740"/>
            <a:ext cx="1077962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425" b="1" dirty="0">
                <a:solidFill>
                  <a:srgbClr val="E5B14E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Inspection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K-11-text-50"/>
          <p:cNvSpPr/>
          <p:nvPr/>
        </p:nvSpPr>
        <p:spPr>
          <a:xfrm>
            <a:off x="9773989" y="4293096"/>
            <a:ext cx="1422053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أوائل القرن العشرين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K-11-text-51"/>
          <p:cNvSpPr/>
          <p:nvPr/>
        </p:nvSpPr>
        <p:spPr>
          <a:xfrm>
            <a:off x="9786192" y="4969060"/>
            <a:ext cx="1397645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اكتشاف العيوب في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K-11-text-52"/>
          <p:cNvSpPr/>
          <p:nvPr/>
        </p:nvSpPr>
        <p:spPr>
          <a:xfrm>
            <a:off x="9533929" y="5349180"/>
            <a:ext cx="1873151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2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المنتج النهائي بعد وقوعها.</a:t>
            </a:r>
            <a:endParaRPr lang="en-US" sz="1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K-11-text-53"/>
          <p:cNvSpPr/>
          <p:nvPr/>
        </p:nvSpPr>
        <p:spPr>
          <a:xfrm>
            <a:off x="2245431" y="5928568"/>
            <a:ext cx="7327106" cy="34974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725" b="1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الاتجاه العام: من الفحص النهائي إلى الوقاية، ثم التحسين المؤسسي المستمر</a:t>
            </a:r>
            <a:endParaRPr lang="en-US" sz="17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500"/>
            <a:ext cx="12192000" cy="5192268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4400"/>
            <a:ext cx="12192000" cy="5358384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400050"/>
            <a:ext cx="38100" cy="381000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7025" y="876300"/>
            <a:ext cx="952500" cy="19050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76350"/>
            <a:ext cx="11049000" cy="19050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0400" y="1114425"/>
            <a:ext cx="800100" cy="323850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6155" y="1097280"/>
            <a:ext cx="148591" cy="148590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7575" y="1114425"/>
            <a:ext cx="1362075" cy="323850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1463" y="1114425"/>
            <a:ext cx="114300" cy="114300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0" y="1114425"/>
            <a:ext cx="1266825" cy="323850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6263" y="1114425"/>
            <a:ext cx="114300" cy="114300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1114425"/>
            <a:ext cx="1047750" cy="323850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8225" y="1114425"/>
            <a:ext cx="114300" cy="114300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3950" y="1872853"/>
            <a:ext cx="9944100" cy="4270011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5800" y="2253853"/>
            <a:ext cx="2381250" cy="3816995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15425" y="3224064"/>
            <a:ext cx="762000" cy="762000"/>
          </a:xfrm>
          <a:prstGeom prst="rect">
            <a:avLst/>
          </a:prstGeom>
        </p:spPr>
      </p:pic>
      <p:pic>
        <p:nvPicPr>
          <p:cNvPr id="18" name="SK-3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34300" y="2311003"/>
            <a:ext cx="190500" cy="190500"/>
          </a:xfrm>
          <a:prstGeom prst="rect">
            <a:avLst/>
          </a:prstGeom>
        </p:spPr>
      </p:pic>
      <p:pic>
        <p:nvPicPr>
          <p:cNvPr id="19" name="SK-3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34300" y="3089969"/>
            <a:ext cx="190500" cy="190500"/>
          </a:xfrm>
          <a:prstGeom prst="rect">
            <a:avLst/>
          </a:prstGeom>
        </p:spPr>
      </p:pic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34300" y="4067100"/>
            <a:ext cx="190500" cy="190500"/>
          </a:xfrm>
          <a:prstGeom prst="rect">
            <a:avLst/>
          </a:prstGeom>
        </p:spPr>
      </p:pic>
      <p:pic>
        <p:nvPicPr>
          <p:cNvPr id="21" name="SK-3-img-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05725" y="4948981"/>
            <a:ext cx="190500" cy="190500"/>
          </a:xfrm>
          <a:prstGeom prst="rect">
            <a:avLst/>
          </a:prstGeom>
        </p:spPr>
      </p:pic>
      <p:pic>
        <p:nvPicPr>
          <p:cNvPr id="22" name="SK-3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04950" y="5670798"/>
            <a:ext cx="6419850" cy="400050"/>
          </a:xfrm>
          <a:prstGeom prst="rect">
            <a:avLst/>
          </a:prstGeom>
        </p:spPr>
      </p:pic>
      <p:sp>
        <p:nvSpPr>
          <p:cNvPr id="23" name="SK-3-text-22"/>
          <p:cNvSpPr/>
          <p:nvPr/>
        </p:nvSpPr>
        <p:spPr>
          <a:xfrm>
            <a:off x="4316730" y="381000"/>
            <a:ext cx="712279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2850" b="1" dirty="0">
                <a:solidFill>
                  <a:srgbClr val="0B5B45"/>
                </a:solidFill>
              </a:rPr>
              <a:t>المرحلة الأولى: الفحص الفني في العشرينيات</a:t>
            </a:r>
            <a:endParaRPr lang="en-US" sz="2850" dirty="0"/>
          </a:p>
        </p:txBody>
      </p:sp>
      <p:sp>
        <p:nvSpPr>
          <p:cNvPr id="24" name="SK-3-text-23"/>
          <p:cNvSpPr/>
          <p:nvPr/>
        </p:nvSpPr>
        <p:spPr>
          <a:xfrm>
            <a:off x="10725150" y="1276350"/>
            <a:ext cx="80010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B5B45"/>
                </a:solidFill>
              </a:rPr>
              <a:t>العشرينيات</a:t>
            </a:r>
            <a:endParaRPr lang="en-US" sz="1050" dirty="0"/>
          </a:p>
        </p:txBody>
      </p:sp>
      <p:sp>
        <p:nvSpPr>
          <p:cNvPr id="25" name="SK-3-text-24"/>
          <p:cNvSpPr/>
          <p:nvPr/>
        </p:nvSpPr>
        <p:spPr>
          <a:xfrm>
            <a:off x="7172325" y="1276350"/>
            <a:ext cx="1362075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66666"/>
                </a:solidFill>
              </a:rPr>
              <a:t>الثلاثينيات والأربعينيات</a:t>
            </a:r>
            <a:endParaRPr lang="en-US" sz="1050" dirty="0"/>
          </a:p>
        </p:txBody>
      </p:sp>
      <p:sp>
        <p:nvSpPr>
          <p:cNvPr id="26" name="SK-3-text-25"/>
          <p:cNvSpPr/>
          <p:nvPr/>
        </p:nvSpPr>
        <p:spPr>
          <a:xfrm>
            <a:off x="3714750" y="1276350"/>
            <a:ext cx="1266825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66666"/>
                </a:solidFill>
              </a:rPr>
              <a:t>منتصف الخمسينيات</a:t>
            </a:r>
            <a:endParaRPr lang="en-US" sz="1050" dirty="0"/>
          </a:p>
        </p:txBody>
      </p:sp>
      <p:sp>
        <p:nvSpPr>
          <p:cNvPr id="27" name="SK-3-text-26"/>
          <p:cNvSpPr/>
          <p:nvPr/>
        </p:nvSpPr>
        <p:spPr>
          <a:xfrm>
            <a:off x="476250" y="1276350"/>
            <a:ext cx="104775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666666"/>
                </a:solidFill>
              </a:rPr>
              <a:t>المرحلة الحديثة</a:t>
            </a:r>
            <a:endParaRPr lang="en-US" sz="1050" dirty="0"/>
          </a:p>
        </p:txBody>
      </p:sp>
      <p:sp>
        <p:nvSpPr>
          <p:cNvPr id="28" name="SK-3-text-27"/>
          <p:cNvSpPr/>
          <p:nvPr/>
        </p:nvSpPr>
        <p:spPr>
          <a:xfrm>
            <a:off x="8415338" y="4357539"/>
            <a:ext cx="2162175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150" b="1" kern="0" spc="60" dirty="0">
                <a:solidFill>
                  <a:srgbClr val="C59B4F"/>
                </a:solidFill>
              </a:rPr>
              <a:t>العشرينيات</a:t>
            </a:r>
            <a:endParaRPr lang="en-US" sz="3150" dirty="0"/>
          </a:p>
        </p:txBody>
      </p:sp>
      <p:sp>
        <p:nvSpPr>
          <p:cNvPr id="29" name="SK-3-text-28"/>
          <p:cNvSpPr/>
          <p:nvPr/>
        </p:nvSpPr>
        <p:spPr>
          <a:xfrm>
            <a:off x="8829675" y="4919514"/>
            <a:ext cx="133350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666666"/>
                </a:solidFill>
              </a:rPr>
              <a:t>مرحلة الفحص الفني</a:t>
            </a:r>
            <a:endParaRPr lang="en-US" sz="1200" dirty="0"/>
          </a:p>
        </p:txBody>
      </p:sp>
      <p:sp>
        <p:nvSpPr>
          <p:cNvPr id="30" name="SK-3-text-29"/>
          <p:cNvSpPr/>
          <p:nvPr/>
        </p:nvSpPr>
        <p:spPr>
          <a:xfrm>
            <a:off x="1672590" y="2253853"/>
            <a:ext cx="5918835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88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بدأت مرحلة الفحص الفني في العشرينيات من القرن الماضي.</a:t>
            </a:r>
            <a:endParaRPr lang="en-US" sz="1800" dirty="0"/>
          </a:p>
        </p:txBody>
      </p:sp>
      <p:sp>
        <p:nvSpPr>
          <p:cNvPr id="31" name="SK-3-text-30"/>
          <p:cNvSpPr/>
          <p:nvPr/>
        </p:nvSpPr>
        <p:spPr>
          <a:xfrm>
            <a:off x="1504950" y="2810024"/>
            <a:ext cx="6086475" cy="731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88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ارتكز الاهتمام على فحص المنتجات باستخدام وسائل فنية متخصصة.</a:t>
            </a:r>
            <a:endParaRPr lang="en-US" sz="1800" dirty="0"/>
          </a:p>
        </p:txBody>
      </p:sp>
      <p:sp>
        <p:nvSpPr>
          <p:cNvPr id="32" name="SK-3-text-31"/>
          <p:cNvSpPr/>
          <p:nvPr/>
        </p:nvSpPr>
        <p:spPr>
          <a:xfrm>
            <a:off x="1504950" y="3731865"/>
            <a:ext cx="6086475" cy="731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88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كان الفحص يُجرى بشكل أساسي بعد نهاية عملية </a:t>
            </a:r>
            <a:r>
              <a:rPr lang="en-US" sz="1800" dirty="0" err="1">
                <a:solidFill>
                  <a:srgbClr val="333333"/>
                </a:solidFill>
              </a:rPr>
              <a:t>الإنتاج</a:t>
            </a:r>
            <a:r>
              <a:rPr lang="en-US" sz="1800" dirty="0">
                <a:solidFill>
                  <a:srgbClr val="333333"/>
                </a:solidFill>
              </a:rPr>
              <a:t> )</a:t>
            </a:r>
            <a:r>
              <a:rPr lang="en-US" sz="1800" dirty="0" err="1">
                <a:solidFill>
                  <a:srgbClr val="333333"/>
                </a:solidFill>
              </a:rPr>
              <a:t>فحص</a:t>
            </a:r>
            <a:r>
              <a:rPr lang="en-US" sz="1800" dirty="0">
                <a:solidFill>
                  <a:srgbClr val="333333"/>
                </a:solidFill>
              </a:rPr>
              <a:t> </a:t>
            </a:r>
            <a:r>
              <a:rPr lang="en-US" sz="1800" dirty="0" err="1">
                <a:solidFill>
                  <a:srgbClr val="333333"/>
                </a:solidFill>
              </a:rPr>
              <a:t>نهائي</a:t>
            </a:r>
            <a:r>
              <a:rPr lang="en-US" sz="1800" dirty="0">
                <a:solidFill>
                  <a:srgbClr val="333333"/>
                </a:solidFill>
              </a:rPr>
              <a:t>(</a:t>
            </a:r>
            <a:r>
              <a:rPr lang="ar-SA" sz="1800" dirty="0">
                <a:solidFill>
                  <a:srgbClr val="333333"/>
                </a:solidFill>
              </a:rPr>
              <a:t>.</a:t>
            </a:r>
            <a:endParaRPr lang="en-US" sz="1800" dirty="0"/>
          </a:p>
        </p:txBody>
      </p:sp>
      <p:sp>
        <p:nvSpPr>
          <p:cNvPr id="33" name="SK-3-text-32"/>
          <p:cNvSpPr/>
          <p:nvPr/>
        </p:nvSpPr>
        <p:spPr>
          <a:xfrm>
            <a:off x="1504950" y="4653707"/>
            <a:ext cx="6086475" cy="731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88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الهدف الجوهري هو التأكد من مطابقة المنتج أو الخدمة للمواصفات الموضوعة.</a:t>
            </a:r>
            <a:endParaRPr lang="en-US" sz="1800" dirty="0"/>
          </a:p>
        </p:txBody>
      </p:sp>
      <p:sp>
        <p:nvSpPr>
          <p:cNvPr id="34" name="SK-3-text-33"/>
          <p:cNvSpPr/>
          <p:nvPr/>
        </p:nvSpPr>
        <p:spPr>
          <a:xfrm>
            <a:off x="1304925" y="5670798"/>
            <a:ext cx="6619875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i="1" dirty="0">
                <a:solidFill>
                  <a:srgbClr val="666666"/>
                </a:solidFill>
              </a:rPr>
              <a:t>ركزت هذه المرحلة على اكتشاف العيوب بعد حدوثها بدلاً من منع وقوعها.</a:t>
            </a:r>
            <a:endParaRPr lang="en-US" sz="1350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B75F8CCF-83E7-58F9-8774-8C152A5166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12192000" cy="5315991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5338"/>
            <a:ext cx="12192000" cy="5377903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6763" y="190500"/>
            <a:ext cx="1009650" cy="333375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8163" y="271463"/>
            <a:ext cx="85725" cy="133350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8413" y="190500"/>
            <a:ext cx="1666875" cy="333375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9813" y="271463"/>
            <a:ext cx="85725" cy="133350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4363" y="190500"/>
            <a:ext cx="1552575" cy="333375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5763" y="271463"/>
            <a:ext cx="85725" cy="133350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5588" y="190500"/>
            <a:ext cx="1257300" cy="333375"/>
          </a:xfrm>
          <a:prstGeom prst="rect">
            <a:avLst/>
          </a:prstGeom>
        </p:spPr>
      </p:pic>
      <p:pic>
        <p:nvPicPr>
          <p:cNvPr id="11" name="SK-4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82400" y="923925"/>
            <a:ext cx="38100" cy="381000"/>
          </a:xfrm>
          <a:prstGeom prst="rect">
            <a:avLst/>
          </a:prstGeom>
        </p:spPr>
      </p:pic>
      <p:pic>
        <p:nvPicPr>
          <p:cNvPr id="12" name="SK-4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7025" y="1400175"/>
            <a:ext cx="952500" cy="19050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89850" y="2626816"/>
            <a:ext cx="3530650" cy="3546425"/>
          </a:xfrm>
          <a:prstGeom prst="rect">
            <a:avLst/>
          </a:prstGeom>
        </p:spPr>
      </p:pic>
      <p:pic>
        <p:nvPicPr>
          <p:cNvPr id="14" name="SK-4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74250" y="2912566"/>
            <a:ext cx="762000" cy="762000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83800" y="3141166"/>
            <a:ext cx="342900" cy="304800"/>
          </a:xfrm>
          <a:prstGeom prst="rect">
            <a:avLst/>
          </a:prstGeom>
        </p:spPr>
      </p:pic>
      <p:pic>
        <p:nvPicPr>
          <p:cNvPr id="16" name="SK-4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4750" y="5981700"/>
            <a:ext cx="381000" cy="19050"/>
          </a:xfrm>
          <a:prstGeom prst="rect">
            <a:avLst/>
          </a:prstGeom>
        </p:spPr>
      </p:pic>
      <p:pic>
        <p:nvPicPr>
          <p:cNvPr id="17" name="SK-4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30601" y="2626816"/>
            <a:ext cx="3530650" cy="3546425"/>
          </a:xfrm>
          <a:prstGeom prst="rect">
            <a:avLst/>
          </a:prstGeom>
        </p:spPr>
      </p:pic>
      <p:pic>
        <p:nvPicPr>
          <p:cNvPr id="18" name="SK-4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0" y="2912566"/>
            <a:ext cx="762000" cy="762000"/>
          </a:xfrm>
          <a:prstGeom prst="rect">
            <a:avLst/>
          </a:prstGeom>
        </p:spPr>
      </p:pic>
      <p:pic>
        <p:nvPicPr>
          <p:cNvPr id="19" name="SK-4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43600" y="3141166"/>
            <a:ext cx="304800" cy="304800"/>
          </a:xfrm>
          <a:prstGeom prst="rect">
            <a:avLst/>
          </a:prstGeom>
        </p:spPr>
      </p:pic>
      <p:pic>
        <p:nvPicPr>
          <p:cNvPr id="20" name="SK-4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05500" y="5981700"/>
            <a:ext cx="381000" cy="19050"/>
          </a:xfrm>
          <a:prstGeom prst="rect">
            <a:avLst/>
          </a:prstGeom>
        </p:spPr>
      </p:pic>
      <p:pic>
        <p:nvPicPr>
          <p:cNvPr id="21" name="SK-4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351" y="2626816"/>
            <a:ext cx="3530650" cy="3546425"/>
          </a:xfrm>
          <a:prstGeom prst="rect">
            <a:avLst/>
          </a:prstGeom>
        </p:spPr>
      </p:pic>
      <p:pic>
        <p:nvPicPr>
          <p:cNvPr id="22" name="SK-4-img-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55750" y="2912566"/>
            <a:ext cx="762000" cy="762000"/>
          </a:xfrm>
          <a:prstGeom prst="rect">
            <a:avLst/>
          </a:prstGeom>
        </p:spPr>
      </p:pic>
      <p:pic>
        <p:nvPicPr>
          <p:cNvPr id="23" name="SK-4-img-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65300" y="3141166"/>
            <a:ext cx="342900" cy="304800"/>
          </a:xfrm>
          <a:prstGeom prst="rect">
            <a:avLst/>
          </a:prstGeom>
        </p:spPr>
      </p:pic>
      <p:pic>
        <p:nvPicPr>
          <p:cNvPr id="24" name="SK-4-img-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46250" y="5981700"/>
            <a:ext cx="381000" cy="19050"/>
          </a:xfrm>
          <a:prstGeom prst="rect">
            <a:avLst/>
          </a:prstGeom>
        </p:spPr>
      </p:pic>
      <p:sp>
        <p:nvSpPr>
          <p:cNvPr id="25" name="SK-4-text-24"/>
          <p:cNvSpPr/>
          <p:nvPr/>
        </p:nvSpPr>
        <p:spPr>
          <a:xfrm>
            <a:off x="8196262" y="190500"/>
            <a:ext cx="895350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666666"/>
                </a:solidFill>
              </a:rPr>
              <a:t>العشرينيات</a:t>
            </a:r>
            <a:endParaRPr lang="en-US" sz="1200" dirty="0"/>
          </a:p>
        </p:txBody>
      </p:sp>
      <p:sp>
        <p:nvSpPr>
          <p:cNvPr id="26" name="SK-4-text-25"/>
          <p:cNvSpPr/>
          <p:nvPr/>
        </p:nvSpPr>
        <p:spPr>
          <a:xfrm>
            <a:off x="6157913" y="190500"/>
            <a:ext cx="155257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B5B45"/>
                </a:solidFill>
              </a:rPr>
              <a:t>الثلاثينيات والأربعينيات</a:t>
            </a:r>
            <a:endParaRPr lang="en-US" sz="1200" dirty="0"/>
          </a:p>
        </p:txBody>
      </p:sp>
      <p:sp>
        <p:nvSpPr>
          <p:cNvPr id="27" name="SK-4-text-26"/>
          <p:cNvSpPr/>
          <p:nvPr/>
        </p:nvSpPr>
        <p:spPr>
          <a:xfrm>
            <a:off x="4233863" y="190500"/>
            <a:ext cx="143827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666666"/>
                </a:solidFill>
              </a:rPr>
              <a:t>منتصف الخمسينيات</a:t>
            </a:r>
            <a:endParaRPr lang="en-US" sz="1200" dirty="0"/>
          </a:p>
        </p:txBody>
      </p:sp>
      <p:sp>
        <p:nvSpPr>
          <p:cNvPr id="28" name="SK-4-text-27"/>
          <p:cNvSpPr/>
          <p:nvPr/>
        </p:nvSpPr>
        <p:spPr>
          <a:xfrm>
            <a:off x="2605088" y="190500"/>
            <a:ext cx="1143000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666666"/>
                </a:solidFill>
              </a:rPr>
              <a:t>المرحلة الحديثة</a:t>
            </a:r>
            <a:endParaRPr lang="en-US" sz="1200" dirty="0"/>
          </a:p>
        </p:txBody>
      </p:sp>
      <p:sp>
        <p:nvSpPr>
          <p:cNvPr id="29" name="SK-4-text-28"/>
          <p:cNvSpPr/>
          <p:nvPr/>
        </p:nvSpPr>
        <p:spPr>
          <a:xfrm>
            <a:off x="5964555" y="904875"/>
            <a:ext cx="547497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2850" b="1" dirty="0">
                <a:solidFill>
                  <a:srgbClr val="0B5B45"/>
                </a:solidFill>
              </a:rPr>
              <a:t>المرحلة الثانية: الأساليب الإحصائية</a:t>
            </a:r>
            <a:endParaRPr lang="en-US" sz="2850" dirty="0"/>
          </a:p>
        </p:txBody>
      </p:sp>
      <p:sp>
        <p:nvSpPr>
          <p:cNvPr id="30" name="SK-4-text-29"/>
          <p:cNvSpPr/>
          <p:nvPr/>
        </p:nvSpPr>
        <p:spPr>
          <a:xfrm>
            <a:off x="1495425" y="1609725"/>
            <a:ext cx="9944100" cy="731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88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ظهرت هذه المرحلة في </a:t>
            </a:r>
            <a:r>
              <a:rPr lang="en-US" sz="1800" b="1" dirty="0">
                <a:solidFill>
                  <a:srgbClr val="C59B4F"/>
                </a:solidFill>
              </a:rPr>
              <a:t>الثلاثينيات والأربعينيات</a:t>
            </a:r>
            <a:r>
              <a:rPr lang="en-US" sz="1800" dirty="0">
                <a:solidFill>
                  <a:srgbClr val="333333"/>
                </a:solidFill>
              </a:rPr>
              <a:t>، حيث انتقل الاهتمام من مجرد الفحص الفني للمنتج النهائي إلى مراقبة الجودة وضبطها باستخدام الأساليب والوسائل الإحصائية المتقدمة.</a:t>
            </a:r>
            <a:endParaRPr lang="en-US" sz="1800" dirty="0"/>
          </a:p>
        </p:txBody>
      </p:sp>
      <p:sp>
        <p:nvSpPr>
          <p:cNvPr id="31" name="SK-4-text-30"/>
          <p:cNvSpPr/>
          <p:nvPr/>
        </p:nvSpPr>
        <p:spPr>
          <a:xfrm>
            <a:off x="9002762" y="3865066"/>
            <a:ext cx="17049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0B5B45"/>
                </a:solidFill>
              </a:rPr>
              <a:t>العينات الإحصائية</a:t>
            </a:r>
            <a:endParaRPr lang="en-US" sz="1800" dirty="0"/>
          </a:p>
        </p:txBody>
      </p:sp>
      <p:sp>
        <p:nvSpPr>
          <p:cNvPr id="32" name="SK-4-text-31"/>
          <p:cNvSpPr/>
          <p:nvPr/>
        </p:nvSpPr>
        <p:spPr>
          <a:xfrm>
            <a:off x="8375600" y="4274641"/>
            <a:ext cx="2959150" cy="771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dirty="0">
                <a:solidFill>
                  <a:srgbClr val="666666"/>
                </a:solidFill>
              </a:rPr>
              <a:t>استخدام أسلوب المعاينة لفحص أجزاء محددة من الإنتاج بدلاً من الفحص الشامل لكل الوحدات.</a:t>
            </a:r>
            <a:endParaRPr lang="en-US" sz="1350" dirty="0"/>
          </a:p>
        </p:txBody>
      </p:sp>
      <p:sp>
        <p:nvSpPr>
          <p:cNvPr id="33" name="SK-4-text-32"/>
          <p:cNvSpPr/>
          <p:nvPr/>
        </p:nvSpPr>
        <p:spPr>
          <a:xfrm>
            <a:off x="5391150" y="3865066"/>
            <a:ext cx="140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0B5B45"/>
                </a:solidFill>
              </a:rPr>
              <a:t>خرائط الرقابة</a:t>
            </a:r>
            <a:endParaRPr lang="en-US" sz="1800" dirty="0"/>
          </a:p>
        </p:txBody>
      </p:sp>
      <p:sp>
        <p:nvSpPr>
          <p:cNvPr id="34" name="SK-4-text-33"/>
          <p:cNvSpPr/>
          <p:nvPr/>
        </p:nvSpPr>
        <p:spPr>
          <a:xfrm>
            <a:off x="4616351" y="4274641"/>
            <a:ext cx="2959150" cy="771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dirty="0">
                <a:solidFill>
                  <a:srgbClr val="666666"/>
                </a:solidFill>
              </a:rPr>
              <a:t>مراقبة جودة العمليات الإنتاجية وتحديد الانحرافات عن المعايير المطلوبة في وقت مبكر.</a:t>
            </a:r>
            <a:endParaRPr lang="en-US" sz="1350" dirty="0"/>
          </a:p>
        </p:txBody>
      </p:sp>
      <p:sp>
        <p:nvSpPr>
          <p:cNvPr id="35" name="SK-4-text-34"/>
          <p:cNvSpPr/>
          <p:nvPr/>
        </p:nvSpPr>
        <p:spPr>
          <a:xfrm>
            <a:off x="1617613" y="3865066"/>
            <a:ext cx="14382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0B5B45"/>
                </a:solidFill>
              </a:rPr>
              <a:t>خرائط العملية</a:t>
            </a:r>
            <a:endParaRPr lang="en-US" sz="1800" dirty="0"/>
          </a:p>
        </p:txBody>
      </p:sp>
      <p:sp>
        <p:nvSpPr>
          <p:cNvPr id="36" name="SK-4-text-35"/>
          <p:cNvSpPr/>
          <p:nvPr/>
        </p:nvSpPr>
        <p:spPr>
          <a:xfrm>
            <a:off x="857101" y="4274641"/>
            <a:ext cx="2959150" cy="771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dirty="0">
                <a:solidFill>
                  <a:srgbClr val="666666"/>
                </a:solidFill>
              </a:rPr>
              <a:t>توثيق تسلسل خطوات العمل وتحليلها لضمان انسيابية الإنتاج وتقليل الأخطاء الإحصائية.</a:t>
            </a:r>
            <a:endParaRPr lang="en-US" sz="13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F75466B-DB97-14DF-94BE-074D6B17E3E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61781" y="5028009"/>
            <a:ext cx="1773237" cy="88661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3497630-45CB-5330-23BD-F250F3E333A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06500" y="4907442"/>
            <a:ext cx="949350" cy="126579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EF69CBF-B4C0-FE31-CA90-1BEDDE22B02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70156" y="5028008"/>
            <a:ext cx="1618517" cy="907431"/>
          </a:xfrm>
          <a:prstGeom prst="rect">
            <a:avLst/>
          </a:prstGeom>
        </p:spPr>
      </p:pic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66CA141D-251A-05A7-5E03-A40C3286E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5350"/>
            <a:ext cx="12192000" cy="5322570"/>
          </a:xfrm>
          <a:prstGeom prst="rect">
            <a:avLst/>
          </a:prstGeom>
        </p:spPr>
      </p:pic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6300"/>
            <a:ext cx="12192000" cy="5341620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400050"/>
            <a:ext cx="38100" cy="381000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7025" y="876300"/>
            <a:ext cx="952500" cy="19050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990600"/>
            <a:ext cx="11049000" cy="381000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8829" y="990600"/>
            <a:ext cx="2762250" cy="381000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562100"/>
            <a:ext cx="11049000" cy="704850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15650" y="1676400"/>
            <a:ext cx="476250" cy="476250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58525" y="1819275"/>
            <a:ext cx="190500" cy="190500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552700"/>
            <a:ext cx="11049000" cy="1057275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4550" y="3800475"/>
            <a:ext cx="3555950" cy="2417445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56849" y="4155877"/>
            <a:ext cx="571500" cy="571500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56874" y="4327327"/>
            <a:ext cx="171450" cy="228600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56824" y="5883473"/>
            <a:ext cx="971550" cy="238125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18099" y="3800475"/>
            <a:ext cx="3555950" cy="2417445"/>
          </a:xfrm>
          <a:prstGeom prst="rect">
            <a:avLst/>
          </a:prstGeom>
        </p:spPr>
      </p:pic>
      <p:pic>
        <p:nvPicPr>
          <p:cNvPr id="17" name="SK-5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10399" y="4155877"/>
            <a:ext cx="571500" cy="571500"/>
          </a:xfrm>
          <a:prstGeom prst="rect">
            <a:avLst/>
          </a:prstGeom>
        </p:spPr>
      </p:pic>
      <p:pic>
        <p:nvPicPr>
          <p:cNvPr id="18" name="SK-5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81849" y="4327327"/>
            <a:ext cx="228600" cy="228600"/>
          </a:xfrm>
          <a:prstGeom prst="rect">
            <a:avLst/>
          </a:prstGeom>
        </p:spPr>
      </p:pic>
      <p:pic>
        <p:nvPicPr>
          <p:cNvPr id="19" name="SK-5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62736" y="5867400"/>
            <a:ext cx="1104900" cy="238125"/>
          </a:xfrm>
          <a:prstGeom prst="rect">
            <a:avLst/>
          </a:prstGeom>
        </p:spPr>
      </p:pic>
      <p:pic>
        <p:nvPicPr>
          <p:cNvPr id="20" name="SK-5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649" y="3800475"/>
            <a:ext cx="3555950" cy="2417445"/>
          </a:xfrm>
          <a:prstGeom prst="rect">
            <a:avLst/>
          </a:prstGeom>
        </p:spPr>
      </p:pic>
      <p:pic>
        <p:nvPicPr>
          <p:cNvPr id="21" name="SK-5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63948" y="4155877"/>
            <a:ext cx="571500" cy="571500"/>
          </a:xfrm>
          <a:prstGeom prst="rect">
            <a:avLst/>
          </a:prstGeom>
        </p:spPr>
      </p:pic>
      <p:pic>
        <p:nvPicPr>
          <p:cNvPr id="22" name="SK-5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49686" y="4327327"/>
            <a:ext cx="200025" cy="228600"/>
          </a:xfrm>
          <a:prstGeom prst="rect">
            <a:avLst/>
          </a:prstGeom>
        </p:spPr>
      </p:pic>
      <p:pic>
        <p:nvPicPr>
          <p:cNvPr id="23" name="SK-5-img-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57375" y="5883473"/>
            <a:ext cx="809625" cy="238125"/>
          </a:xfrm>
          <a:prstGeom prst="rect">
            <a:avLst/>
          </a:prstGeom>
        </p:spPr>
      </p:pic>
      <p:sp>
        <p:nvSpPr>
          <p:cNvPr id="24" name="SK-5-text-23"/>
          <p:cNvSpPr/>
          <p:nvPr/>
        </p:nvSpPr>
        <p:spPr>
          <a:xfrm>
            <a:off x="5650230" y="381000"/>
            <a:ext cx="578929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2850" b="1" dirty="0">
                <a:solidFill>
                  <a:srgbClr val="0B5B45"/>
                </a:solidFill>
              </a:rPr>
              <a:t>المرحلة الثالثة: تأكيد الجودة وضمانها</a:t>
            </a:r>
            <a:endParaRPr lang="en-US" sz="2850" dirty="0"/>
          </a:p>
        </p:txBody>
      </p:sp>
      <p:sp>
        <p:nvSpPr>
          <p:cNvPr id="25" name="SK-5-text-24"/>
          <p:cNvSpPr/>
          <p:nvPr/>
        </p:nvSpPr>
        <p:spPr>
          <a:xfrm>
            <a:off x="8667750" y="990600"/>
            <a:ext cx="2952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666666"/>
                </a:solidFill>
              </a:rPr>
              <a:t>العشرينيات</a:t>
            </a:r>
            <a:endParaRPr lang="en-US" sz="1200" dirty="0"/>
          </a:p>
        </p:txBody>
      </p:sp>
      <p:sp>
        <p:nvSpPr>
          <p:cNvPr id="26" name="SK-5-text-25"/>
          <p:cNvSpPr/>
          <p:nvPr/>
        </p:nvSpPr>
        <p:spPr>
          <a:xfrm>
            <a:off x="5905500" y="990600"/>
            <a:ext cx="2952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666666"/>
                </a:solidFill>
              </a:rPr>
              <a:t>الثلاثينيات والأربعينيات</a:t>
            </a:r>
            <a:endParaRPr lang="en-US" sz="1200" dirty="0"/>
          </a:p>
        </p:txBody>
      </p:sp>
      <p:sp>
        <p:nvSpPr>
          <p:cNvPr id="27" name="SK-5-text-26"/>
          <p:cNvSpPr/>
          <p:nvPr/>
        </p:nvSpPr>
        <p:spPr>
          <a:xfrm>
            <a:off x="3143250" y="990600"/>
            <a:ext cx="2952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</a:rPr>
              <a:t>منتصف الخمسينيات</a:t>
            </a:r>
            <a:endParaRPr lang="en-US" sz="1200" dirty="0"/>
          </a:p>
        </p:txBody>
      </p:sp>
      <p:sp>
        <p:nvSpPr>
          <p:cNvPr id="28" name="SK-5-text-27"/>
          <p:cNvSpPr/>
          <p:nvPr/>
        </p:nvSpPr>
        <p:spPr>
          <a:xfrm>
            <a:off x="381000" y="990600"/>
            <a:ext cx="29527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666666"/>
                </a:solidFill>
              </a:rPr>
              <a:t>الإدارة الاستراتيجية للجودة</a:t>
            </a:r>
            <a:endParaRPr lang="en-US" sz="1200" dirty="0"/>
          </a:p>
        </p:txBody>
      </p:sp>
      <p:sp>
        <p:nvSpPr>
          <p:cNvPr id="29" name="SK-5-text-28"/>
          <p:cNvSpPr/>
          <p:nvPr/>
        </p:nvSpPr>
        <p:spPr>
          <a:xfrm>
            <a:off x="674370" y="1746945"/>
            <a:ext cx="10050780" cy="3351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640"/>
              </a:lnSpc>
              <a:buNone/>
            </a:pPr>
            <a:r>
              <a:rPr lang="en-US" sz="1650" dirty="0">
                <a:solidFill>
                  <a:srgbClr val="333333"/>
                </a:solidFill>
              </a:rPr>
              <a:t>ظهرت فكرة </a:t>
            </a:r>
            <a:r>
              <a:rPr lang="en-US" sz="1650" b="1" dirty="0">
                <a:solidFill>
                  <a:srgbClr val="333333"/>
                </a:solidFill>
              </a:rPr>
              <a:t>رقابة الجودة الشاملة</a:t>
            </a:r>
            <a:r>
              <a:rPr lang="en-US" sz="1650" dirty="0">
                <a:solidFill>
                  <a:srgbClr val="333333"/>
                </a:solidFill>
              </a:rPr>
              <a:t> في هذه المرحلة، والتي تمثل النواة الحقيقية لحركة إدارة الجودة الشاملة الحديثة.</a:t>
            </a:r>
            <a:endParaRPr lang="en-US" sz="1650" dirty="0"/>
          </a:p>
        </p:txBody>
      </p:sp>
      <p:sp>
        <p:nvSpPr>
          <p:cNvPr id="30" name="SK-5-text-29"/>
          <p:cNvSpPr/>
          <p:nvPr/>
        </p:nvSpPr>
        <p:spPr>
          <a:xfrm>
            <a:off x="733425" y="2781300"/>
            <a:ext cx="1072515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b="1" dirty="0">
                <a:solidFill>
                  <a:srgbClr val="FFFFFF"/>
                </a:solidFill>
              </a:rPr>
              <a:t>تأكيد الجودة وضمانها</a:t>
            </a:r>
            <a:endParaRPr lang="en-US" sz="2100" dirty="0"/>
          </a:p>
        </p:txBody>
      </p:sp>
      <p:sp>
        <p:nvSpPr>
          <p:cNvPr id="31" name="SK-5-text-30"/>
          <p:cNvSpPr/>
          <p:nvPr/>
        </p:nvSpPr>
        <p:spPr>
          <a:xfrm>
            <a:off x="757238" y="3171825"/>
            <a:ext cx="10677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C59B4F"/>
                </a:solidFill>
              </a:rPr>
              <a:t>التركيز على شمولية النظام والاعتمادية</a:t>
            </a:r>
            <a:endParaRPr lang="en-US" sz="1350" dirty="0"/>
          </a:p>
        </p:txBody>
      </p:sp>
      <p:sp>
        <p:nvSpPr>
          <p:cNvPr id="32" name="SK-5-text-31"/>
          <p:cNvSpPr/>
          <p:nvPr/>
        </p:nvSpPr>
        <p:spPr>
          <a:xfrm>
            <a:off x="9247287" y="4870252"/>
            <a:ext cx="119062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50" b="1" dirty="0">
                <a:solidFill>
                  <a:srgbClr val="0B5B45"/>
                </a:solidFill>
              </a:rPr>
              <a:t>تكلفة الجودة</a:t>
            </a:r>
            <a:endParaRPr lang="en-US" sz="1650" dirty="0"/>
          </a:p>
        </p:txBody>
      </p:sp>
      <p:sp>
        <p:nvSpPr>
          <p:cNvPr id="33" name="SK-5-text-32"/>
          <p:cNvSpPr/>
          <p:nvPr/>
        </p:nvSpPr>
        <p:spPr>
          <a:xfrm>
            <a:off x="8178850" y="5260777"/>
            <a:ext cx="3327350" cy="4798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890"/>
              </a:lnSpc>
              <a:buNone/>
            </a:pPr>
            <a:r>
              <a:rPr lang="en-US" sz="1350" dirty="0">
                <a:solidFill>
                  <a:srgbClr val="666666"/>
                </a:solidFill>
              </a:rPr>
              <a:t>تحليل التكاليف المرتبطة بالوقاية والتقييم والفشل.</a:t>
            </a:r>
            <a:endParaRPr lang="en-US" sz="1350" dirty="0"/>
          </a:p>
        </p:txBody>
      </p:sp>
      <p:sp>
        <p:nvSpPr>
          <p:cNvPr id="34" name="SK-5-text-33"/>
          <p:cNvSpPr/>
          <p:nvPr/>
        </p:nvSpPr>
        <p:spPr>
          <a:xfrm>
            <a:off x="9427964" y="5895018"/>
            <a:ext cx="81915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b="1" dirty="0">
                <a:solidFill>
                  <a:srgbClr val="0B5B45"/>
                </a:solidFill>
              </a:rPr>
              <a:t>قضية محورية</a:t>
            </a:r>
            <a:endParaRPr lang="en-US" sz="1050" dirty="0"/>
          </a:p>
        </p:txBody>
      </p:sp>
      <p:sp>
        <p:nvSpPr>
          <p:cNvPr id="35" name="SK-5-text-34"/>
          <p:cNvSpPr/>
          <p:nvPr/>
        </p:nvSpPr>
        <p:spPr>
          <a:xfrm>
            <a:off x="5353199" y="4870252"/>
            <a:ext cx="14859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50" b="1" dirty="0">
                <a:solidFill>
                  <a:srgbClr val="0B5B45"/>
                </a:solidFill>
              </a:rPr>
              <a:t>قياس الاعتمادية</a:t>
            </a:r>
            <a:endParaRPr lang="en-US" sz="1650" dirty="0"/>
          </a:p>
        </p:txBody>
      </p:sp>
      <p:sp>
        <p:nvSpPr>
          <p:cNvPr id="36" name="SK-5-text-35"/>
          <p:cNvSpPr/>
          <p:nvPr/>
        </p:nvSpPr>
        <p:spPr>
          <a:xfrm>
            <a:off x="4432399" y="5260777"/>
            <a:ext cx="3327350" cy="4798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890"/>
              </a:lnSpc>
              <a:buNone/>
            </a:pPr>
            <a:r>
              <a:rPr lang="en-US" sz="1350" dirty="0">
                <a:solidFill>
                  <a:srgbClr val="666666"/>
                </a:solidFill>
              </a:rPr>
              <a:t>قياس درجة قدرة السلع على أداء وظائفها بكفاءة.</a:t>
            </a:r>
            <a:endParaRPr lang="en-US" sz="1350" dirty="0"/>
          </a:p>
        </p:txBody>
      </p:sp>
      <p:sp>
        <p:nvSpPr>
          <p:cNvPr id="37" name="SK-5-text-36"/>
          <p:cNvSpPr/>
          <p:nvPr/>
        </p:nvSpPr>
        <p:spPr>
          <a:xfrm>
            <a:off x="5505599" y="5883473"/>
            <a:ext cx="9525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b="1" dirty="0">
                <a:solidFill>
                  <a:srgbClr val="0B5B45"/>
                </a:solidFill>
              </a:rPr>
              <a:t>السلع والخدمات</a:t>
            </a:r>
            <a:endParaRPr lang="en-US" sz="1050" dirty="0"/>
          </a:p>
        </p:txBody>
      </p:sp>
      <p:sp>
        <p:nvSpPr>
          <p:cNvPr id="38" name="SK-5-text-37"/>
          <p:cNvSpPr/>
          <p:nvPr/>
        </p:nvSpPr>
        <p:spPr>
          <a:xfrm>
            <a:off x="1711523" y="4870252"/>
            <a:ext cx="127635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50" b="1" dirty="0">
                <a:solidFill>
                  <a:srgbClr val="0B5B45"/>
                </a:solidFill>
              </a:rPr>
              <a:t>إنتاج بلا عيوب</a:t>
            </a:r>
            <a:endParaRPr lang="en-US" sz="1650" dirty="0"/>
          </a:p>
        </p:txBody>
      </p:sp>
      <p:sp>
        <p:nvSpPr>
          <p:cNvPr id="39" name="SK-5-text-38"/>
          <p:cNvSpPr/>
          <p:nvPr/>
        </p:nvSpPr>
        <p:spPr>
          <a:xfrm>
            <a:off x="685949" y="5260777"/>
            <a:ext cx="3327350" cy="4798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890"/>
              </a:lnSpc>
              <a:buNone/>
            </a:pPr>
            <a:r>
              <a:rPr lang="en-US" sz="1350" dirty="0">
                <a:solidFill>
                  <a:srgbClr val="666666"/>
                </a:solidFill>
              </a:rPr>
              <a:t>التركيز على نظم الإنتاج التي تستهدف الخطأ الصفري.</a:t>
            </a:r>
            <a:endParaRPr lang="en-US" sz="1350" dirty="0"/>
          </a:p>
        </p:txBody>
      </p:sp>
      <p:sp>
        <p:nvSpPr>
          <p:cNvPr id="40" name="SK-5-text-39"/>
          <p:cNvSpPr/>
          <p:nvPr/>
        </p:nvSpPr>
        <p:spPr>
          <a:xfrm>
            <a:off x="1906786" y="5883473"/>
            <a:ext cx="65722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b="1" dirty="0">
                <a:solidFill>
                  <a:srgbClr val="0B5B45"/>
                </a:solidFill>
              </a:rPr>
              <a:t>نظم الإنتاج</a:t>
            </a:r>
            <a:endParaRPr lang="en-US" sz="1050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67007320-BA26-BCE2-9102-50444BB40F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500"/>
            <a:ext cx="12192000" cy="5334000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2500"/>
            <a:ext cx="12192000" cy="5353050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9688" y="190500"/>
            <a:ext cx="2690813" cy="76200"/>
          </a:xfrm>
          <a:prstGeom prst="rect">
            <a:avLst/>
          </a:prstGeom>
        </p:spPr>
      </p:pic>
      <p:pic>
        <p:nvPicPr>
          <p:cNvPr id="5" name="SK-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25" y="190500"/>
            <a:ext cx="2690813" cy="76200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7563" y="190500"/>
            <a:ext cx="2690813" cy="76200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90500"/>
            <a:ext cx="2690813" cy="76200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2400" y="571500"/>
            <a:ext cx="38100" cy="381000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7025" y="1047750"/>
            <a:ext cx="952500" cy="19050"/>
          </a:xfrm>
          <a:prstGeom prst="rect">
            <a:avLst/>
          </a:prstGeom>
        </p:spPr>
      </p:pic>
      <p:pic>
        <p:nvPicPr>
          <p:cNvPr id="10" name="SK-6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1352550"/>
            <a:ext cx="5410200" cy="1695450"/>
          </a:xfrm>
          <a:prstGeom prst="rect">
            <a:avLst/>
          </a:prstGeom>
        </p:spPr>
      </p:pic>
      <p:pic>
        <p:nvPicPr>
          <p:cNvPr id="11" name="SK-6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9000" y="1552575"/>
            <a:ext cx="381000" cy="228600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3276600"/>
            <a:ext cx="5410200" cy="1695450"/>
          </a:xfrm>
          <a:prstGeom prst="rect">
            <a:avLst/>
          </a:prstGeom>
        </p:spPr>
      </p:pic>
      <p:pic>
        <p:nvPicPr>
          <p:cNvPr id="13" name="SK-6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49000" y="3476625"/>
            <a:ext cx="381000" cy="228600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352550"/>
            <a:ext cx="5410200" cy="1695450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10200" y="1552575"/>
            <a:ext cx="381000" cy="228600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76600"/>
            <a:ext cx="5410200" cy="1695450"/>
          </a:xfrm>
          <a:prstGeom prst="rect">
            <a:avLst/>
          </a:prstGeom>
        </p:spPr>
      </p:pic>
      <p:pic>
        <p:nvPicPr>
          <p:cNvPr id="17" name="SK-6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10200" y="3476625"/>
            <a:ext cx="381000" cy="228600"/>
          </a:xfrm>
          <a:prstGeom prst="rect">
            <a:avLst/>
          </a:prstGeom>
        </p:spPr>
      </p:pic>
      <p:pic>
        <p:nvPicPr>
          <p:cNvPr id="18" name="SK-6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200650"/>
            <a:ext cx="11049000" cy="1008126"/>
          </a:xfrm>
          <a:prstGeom prst="rect">
            <a:avLst/>
          </a:prstGeom>
        </p:spPr>
      </p:pic>
      <p:pic>
        <p:nvPicPr>
          <p:cNvPr id="19" name="SK-6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29713" y="5648325"/>
            <a:ext cx="428625" cy="381000"/>
          </a:xfrm>
          <a:prstGeom prst="rect">
            <a:avLst/>
          </a:prstGeom>
        </p:spPr>
      </p:pic>
      <p:sp>
        <p:nvSpPr>
          <p:cNvPr id="20" name="SK-6-text-19"/>
          <p:cNvSpPr/>
          <p:nvPr/>
        </p:nvSpPr>
        <p:spPr>
          <a:xfrm>
            <a:off x="8739188" y="238125"/>
            <a:ext cx="2881313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666666"/>
                </a:solidFill>
              </a:rPr>
              <a:t>العشرينيات</a:t>
            </a:r>
            <a:endParaRPr lang="en-US" sz="1050" dirty="0"/>
          </a:p>
        </p:txBody>
      </p:sp>
      <p:sp>
        <p:nvSpPr>
          <p:cNvPr id="21" name="SK-6-text-20"/>
          <p:cNvSpPr/>
          <p:nvPr/>
        </p:nvSpPr>
        <p:spPr>
          <a:xfrm>
            <a:off x="5953125" y="238125"/>
            <a:ext cx="2881313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666666"/>
                </a:solidFill>
              </a:rPr>
              <a:t>30 - 40يات</a:t>
            </a:r>
            <a:endParaRPr lang="en-US" sz="1050" dirty="0"/>
          </a:p>
        </p:txBody>
      </p:sp>
      <p:sp>
        <p:nvSpPr>
          <p:cNvPr id="22" name="SK-6-text-21"/>
          <p:cNvSpPr/>
          <p:nvPr/>
        </p:nvSpPr>
        <p:spPr>
          <a:xfrm>
            <a:off x="3167063" y="238125"/>
            <a:ext cx="2881313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666666"/>
                </a:solidFill>
              </a:rPr>
              <a:t>منتصف الخمسينيات</a:t>
            </a:r>
            <a:endParaRPr lang="en-US" sz="1050" dirty="0"/>
          </a:p>
        </p:txBody>
      </p:sp>
      <p:sp>
        <p:nvSpPr>
          <p:cNvPr id="23" name="SK-6-text-22"/>
          <p:cNvSpPr/>
          <p:nvPr/>
        </p:nvSpPr>
        <p:spPr>
          <a:xfrm>
            <a:off x="381000" y="238125"/>
            <a:ext cx="2881313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B5B45"/>
                </a:solidFill>
              </a:rPr>
              <a:t>الإدارة الاستراتيجية</a:t>
            </a:r>
            <a:endParaRPr lang="en-US" sz="1050" dirty="0"/>
          </a:p>
        </p:txBody>
      </p:sp>
      <p:sp>
        <p:nvSpPr>
          <p:cNvPr id="24" name="SK-6-text-23"/>
          <p:cNvSpPr/>
          <p:nvPr/>
        </p:nvSpPr>
        <p:spPr>
          <a:xfrm>
            <a:off x="4650105" y="552450"/>
            <a:ext cx="678942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2850" b="1" dirty="0">
                <a:solidFill>
                  <a:srgbClr val="0B5B45"/>
                </a:solidFill>
              </a:rPr>
              <a:t>المرحلة الرابعة: الإدارة الاستراتيجية للجودة</a:t>
            </a:r>
            <a:endParaRPr lang="en-US" sz="2850" dirty="0"/>
          </a:p>
        </p:txBody>
      </p:sp>
      <p:sp>
        <p:nvSpPr>
          <p:cNvPr id="25" name="SK-6-text-24"/>
          <p:cNvSpPr/>
          <p:nvPr/>
        </p:nvSpPr>
        <p:spPr>
          <a:xfrm>
            <a:off x="9665970" y="1543050"/>
            <a:ext cx="126873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650" b="1" dirty="0">
                <a:solidFill>
                  <a:srgbClr val="0B5B45"/>
                </a:solidFill>
              </a:rPr>
              <a:t>الإدارة العليا</a:t>
            </a:r>
            <a:endParaRPr lang="en-US" sz="1650" dirty="0"/>
          </a:p>
        </p:txBody>
      </p:sp>
      <p:sp>
        <p:nvSpPr>
          <p:cNvPr id="26" name="SK-6-text-25"/>
          <p:cNvSpPr/>
          <p:nvPr/>
        </p:nvSpPr>
        <p:spPr>
          <a:xfrm>
            <a:off x="6196013" y="1905000"/>
            <a:ext cx="523398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38"/>
              </a:lnSpc>
              <a:buNone/>
            </a:pPr>
            <a:r>
              <a:rPr lang="en-US" sz="1425" dirty="0">
                <a:solidFill>
                  <a:srgbClr val="333333"/>
                </a:solidFill>
              </a:rPr>
              <a:t>تركيز القيادة العليا في المنظمات على قضية الجودة كأولوية قصوى.</a:t>
            </a:r>
            <a:endParaRPr lang="en-US" sz="1425" dirty="0"/>
          </a:p>
        </p:txBody>
      </p:sp>
      <p:sp>
        <p:nvSpPr>
          <p:cNvPr id="27" name="SK-6-text-26"/>
          <p:cNvSpPr/>
          <p:nvPr/>
        </p:nvSpPr>
        <p:spPr>
          <a:xfrm>
            <a:off x="9361170" y="3467100"/>
            <a:ext cx="157353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650" b="1" dirty="0">
                <a:solidFill>
                  <a:srgbClr val="0B5B45"/>
                </a:solidFill>
              </a:rPr>
              <a:t>الربحية والجودة</a:t>
            </a:r>
            <a:endParaRPr lang="en-US" sz="1650" dirty="0"/>
          </a:p>
        </p:txBody>
      </p:sp>
      <p:sp>
        <p:nvSpPr>
          <p:cNvPr id="28" name="SK-6-text-27"/>
          <p:cNvSpPr/>
          <p:nvPr/>
        </p:nvSpPr>
        <p:spPr>
          <a:xfrm>
            <a:off x="6400800" y="3829050"/>
            <a:ext cx="5029200" cy="542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38"/>
              </a:lnSpc>
              <a:buNone/>
            </a:pPr>
            <a:r>
              <a:rPr lang="en-US" sz="1425" dirty="0">
                <a:solidFill>
                  <a:srgbClr val="333333"/>
                </a:solidFill>
              </a:rPr>
              <a:t>تحقيق الربط المباشر بين مستويات الجودة والربحية المستدامة للمنظمة.</a:t>
            </a:r>
            <a:endParaRPr lang="en-US" sz="1425" dirty="0"/>
          </a:p>
        </p:txBody>
      </p:sp>
      <p:sp>
        <p:nvSpPr>
          <p:cNvPr id="29" name="SK-6-text-28"/>
          <p:cNvSpPr/>
          <p:nvPr/>
        </p:nvSpPr>
        <p:spPr>
          <a:xfrm>
            <a:off x="3522345" y="1543050"/>
            <a:ext cx="177355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650" b="1" dirty="0">
                <a:solidFill>
                  <a:srgbClr val="0B5B45"/>
                </a:solidFill>
              </a:rPr>
              <a:t>فلسفة استراتيجية</a:t>
            </a:r>
            <a:endParaRPr lang="en-US" sz="1650" dirty="0"/>
          </a:p>
        </p:txBody>
      </p:sp>
      <p:sp>
        <p:nvSpPr>
          <p:cNvPr id="30" name="SK-6-text-29"/>
          <p:cNvSpPr/>
          <p:nvPr/>
        </p:nvSpPr>
        <p:spPr>
          <a:xfrm>
            <a:off x="557213" y="1905000"/>
            <a:ext cx="523398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38"/>
              </a:lnSpc>
              <a:buNone/>
            </a:pPr>
            <a:r>
              <a:rPr lang="en-US" sz="1425" dirty="0">
                <a:solidFill>
                  <a:srgbClr val="333333"/>
                </a:solidFill>
              </a:rPr>
              <a:t>تبني إدارة الجودة الشاملة كفلسفة إدارية متكاملة لجميع العمليات.</a:t>
            </a:r>
            <a:endParaRPr lang="en-US" sz="1425" dirty="0"/>
          </a:p>
        </p:txBody>
      </p:sp>
      <p:sp>
        <p:nvSpPr>
          <p:cNvPr id="31" name="SK-6-text-30"/>
          <p:cNvSpPr/>
          <p:nvPr/>
        </p:nvSpPr>
        <p:spPr>
          <a:xfrm>
            <a:off x="3922395" y="3467100"/>
            <a:ext cx="137350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650" b="1" dirty="0">
                <a:solidFill>
                  <a:srgbClr val="0B5B45"/>
                </a:solidFill>
              </a:rPr>
              <a:t>سلاح تنافسي</a:t>
            </a:r>
            <a:endParaRPr lang="en-US" sz="1650" dirty="0"/>
          </a:p>
        </p:txBody>
      </p:sp>
      <p:sp>
        <p:nvSpPr>
          <p:cNvPr id="32" name="SK-6-text-31"/>
          <p:cNvSpPr/>
          <p:nvPr/>
        </p:nvSpPr>
        <p:spPr>
          <a:xfrm>
            <a:off x="762000" y="3829050"/>
            <a:ext cx="5029200" cy="542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38"/>
              </a:lnSpc>
              <a:buNone/>
            </a:pPr>
            <a:r>
              <a:rPr lang="en-US" sz="1425" dirty="0">
                <a:solidFill>
                  <a:srgbClr val="333333"/>
                </a:solidFill>
              </a:rPr>
              <a:t>استخدام الجودة كأداة قوية للتفوق على المنافسين في السوق العالمي.</a:t>
            </a:r>
            <a:endParaRPr lang="en-US" sz="1425" dirty="0"/>
          </a:p>
        </p:txBody>
      </p:sp>
      <p:sp>
        <p:nvSpPr>
          <p:cNvPr id="33" name="SK-6-text-32"/>
          <p:cNvSpPr/>
          <p:nvPr/>
        </p:nvSpPr>
        <p:spPr>
          <a:xfrm>
            <a:off x="2298383" y="5429250"/>
            <a:ext cx="6640830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</a:rPr>
              <a:t>دعم التنافسية</a:t>
            </a:r>
            <a:endParaRPr lang="en-US" sz="2400" dirty="0"/>
          </a:p>
        </p:txBody>
      </p:sp>
      <p:sp>
        <p:nvSpPr>
          <p:cNvPr id="34" name="SK-6-text-33"/>
          <p:cNvSpPr/>
          <p:nvPr/>
        </p:nvSpPr>
        <p:spPr>
          <a:xfrm>
            <a:off x="2424113" y="5829300"/>
            <a:ext cx="6515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</a:rPr>
              <a:t>توظيف الجودة الشاملة كركيزة أساسية لدعم القدرة التنافسية والتميز المؤسسي.</a:t>
            </a:r>
            <a:endParaRPr lang="en-US" sz="1500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B6C02B03-979D-5C62-AB8E-A4979BF5CD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60ADE-9C16-0F8E-4A2D-6AFED8436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3-img-1" descr="preencoded.png">
            <a:extLst>
              <a:ext uri="{FF2B5EF4-FFF2-40B4-BE49-F238E27FC236}">
                <a16:creationId xmlns:a16="http://schemas.microsoft.com/office/drawing/2014/main" id="{1D769BB2-14B2-506A-0CFE-0805F4840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0255"/>
            <a:ext cx="12192000" cy="5294560"/>
          </a:xfrm>
          <a:prstGeom prst="rect">
            <a:avLst/>
          </a:prstGeom>
        </p:spPr>
      </p:pic>
      <p:pic>
        <p:nvPicPr>
          <p:cNvPr id="4" name="SK-53-img-3" descr="preencoded.png">
            <a:extLst>
              <a:ext uri="{FF2B5EF4-FFF2-40B4-BE49-F238E27FC236}">
                <a16:creationId xmlns:a16="http://schemas.microsoft.com/office/drawing/2014/main" id="{C0D7F579-9D90-A30A-F2FF-C1715B63A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405830"/>
            <a:ext cx="5364361" cy="4683919"/>
          </a:xfrm>
          <a:prstGeom prst="rect">
            <a:avLst/>
          </a:prstGeom>
        </p:spPr>
      </p:pic>
      <p:pic>
        <p:nvPicPr>
          <p:cNvPr id="5" name="SK-53-img-4" descr="preencoded.png">
            <a:extLst>
              <a:ext uri="{FF2B5EF4-FFF2-40B4-BE49-F238E27FC236}">
                <a16:creationId xmlns:a16="http://schemas.microsoft.com/office/drawing/2014/main" id="{8DF91895-20A8-CDE0-1BD8-74B6C6F89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890" y="1254919"/>
            <a:ext cx="5364361" cy="4834830"/>
          </a:xfrm>
          <a:prstGeom prst="rect">
            <a:avLst/>
          </a:prstGeom>
        </p:spPr>
      </p:pic>
      <p:pic>
        <p:nvPicPr>
          <p:cNvPr id="6" name="SK-53-img-5" descr="preencoded.png">
            <a:extLst>
              <a:ext uri="{FF2B5EF4-FFF2-40B4-BE49-F238E27FC236}">
                <a16:creationId xmlns:a16="http://schemas.microsoft.com/office/drawing/2014/main" id="{E552DEC8-CB85-1DEC-7DDA-E3A3CFBF2B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255" y="2008584"/>
            <a:ext cx="536377" cy="296168"/>
          </a:xfrm>
          <a:prstGeom prst="rect">
            <a:avLst/>
          </a:prstGeom>
        </p:spPr>
      </p:pic>
      <p:pic>
        <p:nvPicPr>
          <p:cNvPr id="7" name="SK-53-img-6" descr="preencoded.png">
            <a:extLst>
              <a:ext uri="{FF2B5EF4-FFF2-40B4-BE49-F238E27FC236}">
                <a16:creationId xmlns:a16="http://schemas.microsoft.com/office/drawing/2014/main" id="{FE455538-ADFA-6F44-4052-9AAD18F698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6361" y="2084040"/>
            <a:ext cx="536377" cy="289322"/>
          </a:xfrm>
          <a:prstGeom prst="rect">
            <a:avLst/>
          </a:prstGeom>
        </p:spPr>
      </p:pic>
      <p:pic>
        <p:nvPicPr>
          <p:cNvPr id="8" name="SK-53-img-7" descr="preencoded.png">
            <a:extLst>
              <a:ext uri="{FF2B5EF4-FFF2-40B4-BE49-F238E27FC236}">
                <a16:creationId xmlns:a16="http://schemas.microsoft.com/office/drawing/2014/main" id="{56259B13-5329-C0E5-CF3E-1B11376F2E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584" y="5193506"/>
            <a:ext cx="4852392" cy="9525"/>
          </a:xfrm>
          <a:prstGeom prst="rect">
            <a:avLst/>
          </a:prstGeom>
        </p:spPr>
      </p:pic>
      <p:pic>
        <p:nvPicPr>
          <p:cNvPr id="9" name="SK-53-img-8" descr="preencoded.png">
            <a:extLst>
              <a:ext uri="{FF2B5EF4-FFF2-40B4-BE49-F238E27FC236}">
                <a16:creationId xmlns:a16="http://schemas.microsoft.com/office/drawing/2014/main" id="{2100B54C-DD99-5617-96CC-2E6A91072E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3875" y="5193506"/>
            <a:ext cx="4852392" cy="9525"/>
          </a:xfrm>
          <a:prstGeom prst="rect">
            <a:avLst/>
          </a:prstGeom>
        </p:spPr>
      </p:pic>
      <p:pic>
        <p:nvPicPr>
          <p:cNvPr id="10" name="SK-53-img-9" descr="preencoded.png">
            <a:extLst>
              <a:ext uri="{FF2B5EF4-FFF2-40B4-BE49-F238E27FC236}">
                <a16:creationId xmlns:a16="http://schemas.microsoft.com/office/drawing/2014/main" id="{CB6F60E7-F935-0008-CC26-FDECC3B5D5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16667" y="1625203"/>
            <a:ext cx="609600" cy="575965"/>
          </a:xfrm>
          <a:prstGeom prst="rect">
            <a:avLst/>
          </a:prstGeom>
        </p:spPr>
      </p:pic>
      <p:pic>
        <p:nvPicPr>
          <p:cNvPr id="11" name="SK-53-img-10" descr="preencoded.png">
            <a:extLst>
              <a:ext uri="{FF2B5EF4-FFF2-40B4-BE49-F238E27FC236}">
                <a16:creationId xmlns:a16="http://schemas.microsoft.com/office/drawing/2014/main" id="{BD64AF03-B088-7221-6C9D-3ABC141F64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3969" y="1625203"/>
            <a:ext cx="572988" cy="575965"/>
          </a:xfrm>
          <a:prstGeom prst="rect">
            <a:avLst/>
          </a:prstGeom>
        </p:spPr>
      </p:pic>
      <p:sp>
        <p:nvSpPr>
          <p:cNvPr id="13" name="SK-53-text-12">
            <a:extLst>
              <a:ext uri="{FF2B5EF4-FFF2-40B4-BE49-F238E27FC236}">
                <a16:creationId xmlns:a16="http://schemas.microsoft.com/office/drawing/2014/main" id="{DBC75E14-AD62-AE4A-4067-10B81E7127FB}"/>
              </a:ext>
            </a:extLst>
          </p:cNvPr>
          <p:cNvSpPr/>
          <p:nvPr/>
        </p:nvSpPr>
        <p:spPr>
          <a:xfrm>
            <a:off x="3553391" y="280987"/>
            <a:ext cx="3998863" cy="38397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1350"/>
              </a:lnSpc>
              <a:buNone/>
            </a:pPr>
            <a:r>
              <a:rPr lang="ar-SA" sz="2400" b="1" dirty="0">
                <a:solidFill>
                  <a:srgbClr val="1D2D26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مؤسسو مفاهيم </a:t>
            </a:r>
            <a:r>
              <a:rPr lang="en-US" sz="2400" b="1" dirty="0">
                <a:solidFill>
                  <a:srgbClr val="1D2D26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1D2D26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الجودة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lnSpc>
                <a:spcPts val="135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K-53-text-13">
            <a:extLst>
              <a:ext uri="{FF2B5EF4-FFF2-40B4-BE49-F238E27FC236}">
                <a16:creationId xmlns:a16="http://schemas.microsoft.com/office/drawing/2014/main" id="{3367F137-0C67-7FEB-F342-EE5824705B99}"/>
              </a:ext>
            </a:extLst>
          </p:cNvPr>
          <p:cNvSpPr/>
          <p:nvPr/>
        </p:nvSpPr>
        <p:spPr>
          <a:xfrm>
            <a:off x="3101340" y="1625203"/>
            <a:ext cx="1799719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إدوارد ديمينج</a:t>
            </a:r>
            <a:endParaRPr lang="en-US" sz="1800" dirty="0"/>
          </a:p>
        </p:txBody>
      </p:sp>
      <p:sp>
        <p:nvSpPr>
          <p:cNvPr id="15" name="SK-53-text-14">
            <a:extLst>
              <a:ext uri="{FF2B5EF4-FFF2-40B4-BE49-F238E27FC236}">
                <a16:creationId xmlns:a16="http://schemas.microsoft.com/office/drawing/2014/main" id="{55CE60F6-7F0F-BDE1-5BE2-7A1DEA5119E2}"/>
              </a:ext>
            </a:extLst>
          </p:cNvPr>
          <p:cNvSpPr/>
          <p:nvPr/>
        </p:nvSpPr>
        <p:spPr>
          <a:xfrm>
            <a:off x="4277767" y="2084784"/>
            <a:ext cx="429667" cy="1439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125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1986</a:t>
            </a:r>
            <a:endParaRPr lang="en-US" sz="1125" dirty="0"/>
          </a:p>
        </p:txBody>
      </p:sp>
      <p:sp>
        <p:nvSpPr>
          <p:cNvPr id="16" name="SK-53-text-15">
            <a:extLst>
              <a:ext uri="{FF2B5EF4-FFF2-40B4-BE49-F238E27FC236}">
                <a16:creationId xmlns:a16="http://schemas.microsoft.com/office/drawing/2014/main" id="{D13D1E9C-0857-34A4-FB3E-5E672233E111}"/>
              </a:ext>
            </a:extLst>
          </p:cNvPr>
          <p:cNvSpPr/>
          <p:nvPr/>
        </p:nvSpPr>
        <p:spPr>
          <a:xfrm>
            <a:off x="828973" y="2750046"/>
            <a:ext cx="4901059" cy="10080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1890"/>
              </a:lnSpc>
              <a:buNone/>
            </a:pPr>
            <a:r>
              <a:rPr lang="en-US" sz="1350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يرى الجودة كـ "درجة متوقعة من التناسق والاعتماد"</a:t>
            </a:r>
            <a:endParaRPr lang="en-US" sz="1350" dirty="0"/>
          </a:p>
          <a:p>
            <a:pPr marL="0" indent="0" algn="r" rtl="1">
              <a:lnSpc>
                <a:spcPts val="1890"/>
              </a:lnSpc>
              <a:buNone/>
            </a:pPr>
            <a:r>
              <a:rPr lang="en-US" sz="1350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تناسب متطلبات السوق وتتحقق بتكلفة منخفضة، معتبراً أن</a:t>
            </a:r>
            <a:endParaRPr lang="en-US" sz="1350" dirty="0"/>
          </a:p>
          <a:p>
            <a:pPr marL="0" indent="0" algn="r" rtl="1">
              <a:lnSpc>
                <a:spcPts val="1890"/>
              </a:lnSpc>
              <a:buNone/>
            </a:pPr>
            <a:r>
              <a:rPr lang="en-US" sz="1350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الجودة تبدأ بتطوير العمليات لتقليل التباين.</a:t>
            </a:r>
            <a:endParaRPr lang="en-US" sz="1350" dirty="0"/>
          </a:p>
        </p:txBody>
      </p:sp>
      <p:sp>
        <p:nvSpPr>
          <p:cNvPr id="17" name="SK-53-text-16">
            <a:extLst>
              <a:ext uri="{FF2B5EF4-FFF2-40B4-BE49-F238E27FC236}">
                <a16:creationId xmlns:a16="http://schemas.microsoft.com/office/drawing/2014/main" id="{6AE91C7D-CF18-1C14-BAF0-ABC3A8A67C6B}"/>
              </a:ext>
            </a:extLst>
          </p:cNvPr>
          <p:cNvSpPr/>
          <p:nvPr/>
        </p:nvSpPr>
        <p:spPr>
          <a:xfrm>
            <a:off x="4111079" y="5369719"/>
            <a:ext cx="1606748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425" b="1" dirty="0">
                <a:solidFill>
                  <a:srgbClr val="B48B5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للتركيز الأساسي</a:t>
            </a:r>
            <a:endParaRPr lang="en-US" sz="1425" dirty="0"/>
          </a:p>
        </p:txBody>
      </p:sp>
      <p:sp>
        <p:nvSpPr>
          <p:cNvPr id="18" name="SK-53-text-17">
            <a:extLst>
              <a:ext uri="{FF2B5EF4-FFF2-40B4-BE49-F238E27FC236}">
                <a16:creationId xmlns:a16="http://schemas.microsoft.com/office/drawing/2014/main" id="{6B6FB7C4-EE45-606A-EF8D-43BD4D7388C9}"/>
              </a:ext>
            </a:extLst>
          </p:cNvPr>
          <p:cNvSpPr/>
          <p:nvPr/>
        </p:nvSpPr>
        <p:spPr>
          <a:xfrm>
            <a:off x="2491680" y="5650855"/>
            <a:ext cx="3238500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125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تقليل الانحرافات والتكلفة مع ضمان الاعتمادية.</a:t>
            </a:r>
            <a:endParaRPr lang="en-US" sz="1125" dirty="0"/>
          </a:p>
        </p:txBody>
      </p:sp>
      <p:sp>
        <p:nvSpPr>
          <p:cNvPr id="19" name="SK-53-text-18">
            <a:extLst>
              <a:ext uri="{FF2B5EF4-FFF2-40B4-BE49-F238E27FC236}">
                <a16:creationId xmlns:a16="http://schemas.microsoft.com/office/drawing/2014/main" id="{39C90DD2-BE0C-077B-79E2-C3C771E79DED}"/>
              </a:ext>
            </a:extLst>
          </p:cNvPr>
          <p:cNvSpPr/>
          <p:nvPr/>
        </p:nvSpPr>
        <p:spPr>
          <a:xfrm>
            <a:off x="9380101" y="1474440"/>
            <a:ext cx="1177915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جوزيف</a:t>
            </a:r>
            <a:endParaRPr lang="en-US" sz="1800" dirty="0"/>
          </a:p>
        </p:txBody>
      </p:sp>
      <p:sp>
        <p:nvSpPr>
          <p:cNvPr id="20" name="SK-53-text-19">
            <a:extLst>
              <a:ext uri="{FF2B5EF4-FFF2-40B4-BE49-F238E27FC236}">
                <a16:creationId xmlns:a16="http://schemas.microsoft.com/office/drawing/2014/main" id="{29A655BC-1AF7-3FB6-D970-6C08210716AF}"/>
              </a:ext>
            </a:extLst>
          </p:cNvPr>
          <p:cNvSpPr/>
          <p:nvPr/>
        </p:nvSpPr>
        <p:spPr>
          <a:xfrm>
            <a:off x="9489936" y="1803648"/>
            <a:ext cx="1068229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جوران</a:t>
            </a:r>
            <a:endParaRPr lang="en-US" sz="1800" dirty="0"/>
          </a:p>
        </p:txBody>
      </p:sp>
      <p:sp>
        <p:nvSpPr>
          <p:cNvPr id="21" name="SK-53-text-20">
            <a:extLst>
              <a:ext uri="{FF2B5EF4-FFF2-40B4-BE49-F238E27FC236}">
                <a16:creationId xmlns:a16="http://schemas.microsoft.com/office/drawing/2014/main" id="{E3E83D52-80DC-0A8C-E525-D7130782FCCC}"/>
              </a:ext>
            </a:extLst>
          </p:cNvPr>
          <p:cNvSpPr/>
          <p:nvPr/>
        </p:nvSpPr>
        <p:spPr>
          <a:xfrm>
            <a:off x="9971484" y="2160240"/>
            <a:ext cx="417463" cy="1370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125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1989</a:t>
            </a:r>
            <a:endParaRPr lang="en-US" sz="1125" dirty="0"/>
          </a:p>
        </p:txBody>
      </p:sp>
      <p:sp>
        <p:nvSpPr>
          <p:cNvPr id="22" name="SK-53-text-21">
            <a:extLst>
              <a:ext uri="{FF2B5EF4-FFF2-40B4-BE49-F238E27FC236}">
                <a16:creationId xmlns:a16="http://schemas.microsoft.com/office/drawing/2014/main" id="{F3BB1F63-D9CF-42CA-0561-D23CCDAD5AEF}"/>
              </a:ext>
            </a:extLst>
          </p:cNvPr>
          <p:cNvSpPr/>
          <p:nvPr/>
        </p:nvSpPr>
        <p:spPr>
          <a:xfrm>
            <a:off x="6449467" y="2832348"/>
            <a:ext cx="4888855" cy="6171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1890"/>
              </a:lnSpc>
              <a:buNone/>
            </a:pPr>
            <a:r>
              <a:rPr lang="en-US" sz="1350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يُعرف الجودة بأنها "ملاءمة الاستخدام" (Fitness for Use),</a:t>
            </a:r>
            <a:endParaRPr lang="en-US" sz="1350" dirty="0"/>
          </a:p>
          <a:p>
            <a:pPr marL="0" indent="0" algn="r" rtl="1">
              <a:lnSpc>
                <a:spcPts val="1890"/>
              </a:lnSpc>
              <a:buNone/>
            </a:pPr>
            <a:r>
              <a:rPr lang="en-US" sz="1350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ويركز على تقديم ما يريده المستفيد وتلبية احتياجاته الفعلية من</a:t>
            </a:r>
            <a:endParaRPr lang="en-US" sz="1350" dirty="0"/>
          </a:p>
          <a:p>
            <a:pPr marL="0" indent="0" algn="r" rtl="1">
              <a:lnSpc>
                <a:spcPts val="1890"/>
              </a:lnSpc>
              <a:buNone/>
            </a:pPr>
            <a:r>
              <a:rPr lang="en-US" sz="1350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خلال جودة التصميم وجودة المطابقة.</a:t>
            </a:r>
            <a:endParaRPr lang="en-US" sz="1350" dirty="0"/>
          </a:p>
        </p:txBody>
      </p:sp>
      <p:sp>
        <p:nvSpPr>
          <p:cNvPr id="23" name="SK-53-text-22">
            <a:extLst>
              <a:ext uri="{FF2B5EF4-FFF2-40B4-BE49-F238E27FC236}">
                <a16:creationId xmlns:a16="http://schemas.microsoft.com/office/drawing/2014/main" id="{FF7FD2C2-686D-1A85-55AA-BA08B8A4A928}"/>
              </a:ext>
            </a:extLst>
          </p:cNvPr>
          <p:cNvSpPr/>
          <p:nvPr/>
        </p:nvSpPr>
        <p:spPr>
          <a:xfrm>
            <a:off x="8251627" y="3538686"/>
            <a:ext cx="3074640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خلال جودة التصميم وجودة المطابقة.</a:t>
            </a:r>
            <a:endParaRPr lang="en-US" sz="1500" dirty="0"/>
          </a:p>
        </p:txBody>
      </p:sp>
      <p:sp>
        <p:nvSpPr>
          <p:cNvPr id="24" name="SK-53-text-23">
            <a:extLst>
              <a:ext uri="{FF2B5EF4-FFF2-40B4-BE49-F238E27FC236}">
                <a16:creationId xmlns:a16="http://schemas.microsoft.com/office/drawing/2014/main" id="{79577381-00A9-F67C-03D7-86616E900C49}"/>
              </a:ext>
            </a:extLst>
          </p:cNvPr>
          <p:cNvSpPr/>
          <p:nvPr/>
        </p:nvSpPr>
        <p:spPr>
          <a:xfrm>
            <a:off x="9804797" y="5369719"/>
            <a:ext cx="1533674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425" b="1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للتركيز الأساسي</a:t>
            </a:r>
            <a:endParaRPr lang="en-US" sz="1425" dirty="0"/>
          </a:p>
        </p:txBody>
      </p:sp>
      <p:sp>
        <p:nvSpPr>
          <p:cNvPr id="25" name="SK-53-text-24">
            <a:extLst>
              <a:ext uri="{FF2B5EF4-FFF2-40B4-BE49-F238E27FC236}">
                <a16:creationId xmlns:a16="http://schemas.microsoft.com/office/drawing/2014/main" id="{75BA3766-C9A5-471E-20C5-210DB66780FE}"/>
              </a:ext>
            </a:extLst>
          </p:cNvPr>
          <p:cNvSpPr/>
          <p:nvPr/>
        </p:nvSpPr>
        <p:spPr>
          <a:xfrm>
            <a:off x="8563273" y="5637163"/>
            <a:ext cx="2762994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125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ملاءمة المنتج للغرض الذي صُنع من أجله.</a:t>
            </a:r>
            <a:endParaRPr lang="en-US" sz="1125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DA358C4-F1E9-7B55-B440-5747068B65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987772"/>
            <a:ext cx="12191999" cy="5157044"/>
          </a:xfrm>
          <a:prstGeom prst="rect">
            <a:avLst/>
          </a:prstGeom>
        </p:spPr>
      </p:pic>
      <p:pic>
        <p:nvPicPr>
          <p:cNvPr id="3" name="SK-53-img-2" descr="preencoded.png">
            <a:extLst>
              <a:ext uri="{FF2B5EF4-FFF2-40B4-BE49-F238E27FC236}">
                <a16:creationId xmlns:a16="http://schemas.microsoft.com/office/drawing/2014/main" id="{D7972A20-ED64-BDAE-7DDB-223EBA41DE9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57992" y="397669"/>
            <a:ext cx="73075" cy="452586"/>
          </a:xfrm>
          <a:prstGeom prst="rect">
            <a:avLst/>
          </a:prstGeom>
        </p:spPr>
      </p:pic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3703814E-67DA-5E14-7720-A438D30F39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967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CBF10F-DF84-440F-F328-DE7AC4C69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8156"/>
            <a:ext cx="12329160" cy="548640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68209-E464-9733-6595-FB46047D12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019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657601-3CB7-7BEE-81C2-CF40460E4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12192000" cy="508406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4E2203-B239-FDC4-A38C-82108B18F9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945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E2B0C1-A675-4392-3A52-84402D2DF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0473"/>
            <a:ext cx="12192000" cy="476402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D258F4-4B94-F4B9-B74D-6FAECCA4EE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404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C2451A-D495-A155-1094-1E0187A57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527"/>
            <a:ext cx="12192000" cy="543153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B2DF62-57EB-FF28-842A-10B77CA6D4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415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9209"/>
            <a:ext cx="12192000" cy="4677370"/>
          </a:xfrm>
          <a:prstGeom prst="rect">
            <a:avLst/>
          </a:prstGeom>
        </p:spPr>
      </p:pic>
      <p:pic>
        <p:nvPicPr>
          <p:cNvPr id="4" name="SK-52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0196" y="377130"/>
            <a:ext cx="85279" cy="438894"/>
          </a:xfrm>
          <a:prstGeom prst="rect">
            <a:avLst/>
          </a:prstGeom>
        </p:spPr>
      </p:pic>
      <p:pic>
        <p:nvPicPr>
          <p:cNvPr id="5" name="SK-52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0196" y="1234380"/>
            <a:ext cx="85279" cy="260598"/>
          </a:xfrm>
          <a:prstGeom prst="rect">
            <a:avLst/>
          </a:prstGeom>
        </p:spPr>
      </p:pic>
      <p:pic>
        <p:nvPicPr>
          <p:cNvPr id="6" name="SK-52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80" y="1824186"/>
            <a:ext cx="5339953" cy="4142184"/>
          </a:xfrm>
          <a:prstGeom prst="rect">
            <a:avLst/>
          </a:prstGeom>
        </p:spPr>
      </p:pic>
      <p:pic>
        <p:nvPicPr>
          <p:cNvPr id="7" name="SK-52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0965" y="1846808"/>
            <a:ext cx="5339953" cy="4144863"/>
          </a:xfrm>
          <a:prstGeom prst="rect">
            <a:avLst/>
          </a:prstGeom>
        </p:spPr>
      </p:pic>
      <p:pic>
        <p:nvPicPr>
          <p:cNvPr id="8" name="SK-52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894" y="2125861"/>
            <a:ext cx="585192" cy="603498"/>
          </a:xfrm>
          <a:prstGeom prst="rect">
            <a:avLst/>
          </a:prstGeom>
        </p:spPr>
      </p:pic>
      <p:pic>
        <p:nvPicPr>
          <p:cNvPr id="9" name="SK-52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490" y="4018657"/>
            <a:ext cx="365671" cy="267444"/>
          </a:xfrm>
          <a:prstGeom prst="rect">
            <a:avLst/>
          </a:prstGeom>
        </p:spPr>
      </p:pic>
      <p:pic>
        <p:nvPicPr>
          <p:cNvPr id="10" name="SK-52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2157" y="3552379"/>
            <a:ext cx="524173" cy="267444"/>
          </a:xfrm>
          <a:prstGeom prst="rect">
            <a:avLst/>
          </a:prstGeom>
        </p:spPr>
      </p:pic>
      <p:pic>
        <p:nvPicPr>
          <p:cNvPr id="11" name="SK-52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3875" y="4018657"/>
            <a:ext cx="365671" cy="267444"/>
          </a:xfrm>
          <a:prstGeom prst="rect">
            <a:avLst/>
          </a:prstGeom>
        </p:spPr>
      </p:pic>
      <p:pic>
        <p:nvPicPr>
          <p:cNvPr id="12" name="SK-52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94690" y="3552379"/>
            <a:ext cx="524173" cy="267444"/>
          </a:xfrm>
          <a:prstGeom prst="rect">
            <a:avLst/>
          </a:prstGeom>
        </p:spPr>
      </p:pic>
      <p:pic>
        <p:nvPicPr>
          <p:cNvPr id="13" name="SK-52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769" y="5056436"/>
            <a:ext cx="4779169" cy="9525"/>
          </a:xfrm>
          <a:prstGeom prst="rect">
            <a:avLst/>
          </a:prstGeom>
        </p:spPr>
      </p:pic>
      <p:pic>
        <p:nvPicPr>
          <p:cNvPr id="14" name="SK-52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9153" y="5056436"/>
            <a:ext cx="4779169" cy="9525"/>
          </a:xfrm>
          <a:prstGeom prst="rect">
            <a:avLst/>
          </a:prstGeom>
        </p:spPr>
      </p:pic>
      <p:pic>
        <p:nvPicPr>
          <p:cNvPr id="15" name="SK-52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77686" y="2132707"/>
            <a:ext cx="572988" cy="603498"/>
          </a:xfrm>
          <a:prstGeom prst="rect">
            <a:avLst/>
          </a:prstGeom>
        </p:spPr>
      </p:pic>
      <p:pic>
        <p:nvPicPr>
          <p:cNvPr id="16" name="SK-52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57192" y="2269927"/>
            <a:ext cx="292596" cy="315367"/>
          </a:xfrm>
          <a:prstGeom prst="rect">
            <a:avLst/>
          </a:prstGeom>
        </p:spPr>
      </p:pic>
      <p:pic>
        <p:nvPicPr>
          <p:cNvPr id="17" name="SK-52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01380" y="2365921"/>
            <a:ext cx="975271" cy="281136"/>
          </a:xfrm>
          <a:prstGeom prst="rect">
            <a:avLst/>
          </a:prstGeom>
        </p:spPr>
      </p:pic>
      <p:pic>
        <p:nvPicPr>
          <p:cNvPr id="18" name="SK-52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69569" y="2084784"/>
            <a:ext cx="707082" cy="253603"/>
          </a:xfrm>
          <a:prstGeom prst="rect">
            <a:avLst/>
          </a:prstGeom>
        </p:spPr>
      </p:pic>
      <p:sp>
        <p:nvSpPr>
          <p:cNvPr id="19" name="SK-52-text-18"/>
          <p:cNvSpPr/>
          <p:nvPr/>
        </p:nvSpPr>
        <p:spPr>
          <a:xfrm>
            <a:off x="6696075" y="205680"/>
            <a:ext cx="4739878" cy="432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250" b="1" dirty="0">
                <a:solidFill>
                  <a:srgbClr val="1D3D33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تعريفات </a:t>
            </a:r>
            <a:r>
              <a:rPr lang="en-US" sz="2250" b="1" dirty="0" err="1">
                <a:solidFill>
                  <a:srgbClr val="1D3D33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الجودة</a:t>
            </a:r>
            <a:r>
              <a:rPr lang="en-US" sz="2250" b="1" dirty="0">
                <a:solidFill>
                  <a:srgbClr val="1D3D33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 : </a:t>
            </a:r>
            <a:r>
              <a:rPr lang="en-US" sz="2250" b="1" dirty="0" err="1">
                <a:solidFill>
                  <a:srgbClr val="1D3D33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فيجنباوم</a:t>
            </a:r>
            <a:r>
              <a:rPr lang="en-US" sz="2250" b="1" dirty="0">
                <a:solidFill>
                  <a:srgbClr val="1D3D33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 </a:t>
            </a:r>
            <a:endParaRPr lang="en-US" sz="2250" dirty="0">
              <a:cs typeface="+mj-cs"/>
            </a:endParaRPr>
          </a:p>
        </p:txBody>
      </p:sp>
      <p:sp>
        <p:nvSpPr>
          <p:cNvPr id="20" name="SK-52-text-19"/>
          <p:cNvSpPr/>
          <p:nvPr/>
        </p:nvSpPr>
        <p:spPr>
          <a:xfrm>
            <a:off x="9439275" y="651421"/>
            <a:ext cx="1948011" cy="3702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250" b="1" dirty="0">
                <a:solidFill>
                  <a:srgbClr val="1D3D33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وكروسبي</a:t>
            </a:r>
            <a:endParaRPr lang="en-US" sz="2250" dirty="0">
              <a:cs typeface="+mj-cs"/>
            </a:endParaRPr>
          </a:p>
        </p:txBody>
      </p:sp>
      <p:sp>
        <p:nvSpPr>
          <p:cNvPr id="21" name="SK-52-text-20"/>
          <p:cNvSpPr/>
          <p:nvPr/>
        </p:nvSpPr>
        <p:spPr>
          <a:xfrm>
            <a:off x="1791533" y="1220688"/>
            <a:ext cx="9729698" cy="308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575" dirty="0">
                <a:solidFill>
                  <a:srgbClr val="444444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تعددت وجهات نظر رواد الجودة في صياغة تعريف دقيق لها، حيث ركز البعض على المستفيد بينما ركز آخرون على المعايير.</a:t>
            </a:r>
            <a:endParaRPr lang="en-US" sz="1575" dirty="0">
              <a:cs typeface="+mj-cs"/>
            </a:endParaRPr>
          </a:p>
        </p:txBody>
      </p:sp>
      <p:sp>
        <p:nvSpPr>
          <p:cNvPr id="22" name="SK-52-text-21"/>
          <p:cNvSpPr/>
          <p:nvPr/>
        </p:nvSpPr>
        <p:spPr>
          <a:xfrm>
            <a:off x="3422898" y="2701975"/>
            <a:ext cx="1429494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125" dirty="0">
                <a:solidFill>
                  <a:srgbClr val="666666"/>
                </a:solidFill>
                <a:cs typeface="+mj-cs"/>
              </a:rPr>
              <a:t>Philip Crosby (1979)</a:t>
            </a:r>
            <a:endParaRPr lang="en-US" sz="1125" dirty="0">
              <a:cs typeface="+mj-cs"/>
            </a:endParaRPr>
          </a:p>
        </p:txBody>
      </p:sp>
      <p:sp>
        <p:nvSpPr>
          <p:cNvPr id="23" name="SK-52-text-22"/>
          <p:cNvSpPr/>
          <p:nvPr/>
        </p:nvSpPr>
        <p:spPr>
          <a:xfrm>
            <a:off x="1683841" y="3819823"/>
            <a:ext cx="2996357" cy="33590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875" b="1" dirty="0">
                <a:solidFill>
                  <a:srgbClr val="1D3D33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المطابقة مع المتطلبات</a:t>
            </a:r>
            <a:endParaRPr lang="en-US" sz="1875" dirty="0">
              <a:cs typeface="+mj-cs"/>
            </a:endParaRPr>
          </a:p>
        </p:txBody>
      </p:sp>
      <p:sp>
        <p:nvSpPr>
          <p:cNvPr id="24" name="SK-52-text-23"/>
          <p:cNvSpPr/>
          <p:nvPr/>
        </p:nvSpPr>
        <p:spPr>
          <a:xfrm>
            <a:off x="1389757" y="5205115"/>
            <a:ext cx="4230588" cy="5005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1785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يركز كروسبي على الجانب المعياري؛ فالجودة تعني تنفيذ العمل وفقاً</a:t>
            </a:r>
            <a:endParaRPr lang="en-US" sz="1275" dirty="0">
              <a:cs typeface="+mj-cs"/>
            </a:endParaRPr>
          </a:p>
          <a:p>
            <a:pPr marL="0" indent="0" algn="r" rtl="1">
              <a:lnSpc>
                <a:spcPts val="1785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للمواصفات المحددة مسبقاً دون أخطاء.</a:t>
            </a:r>
            <a:endParaRPr lang="en-US" sz="1275" dirty="0">
              <a:cs typeface="+mj-cs"/>
            </a:endParaRPr>
          </a:p>
        </p:txBody>
      </p:sp>
      <p:sp>
        <p:nvSpPr>
          <p:cNvPr id="25" name="SK-52-text-24"/>
          <p:cNvSpPr/>
          <p:nvPr/>
        </p:nvSpPr>
        <p:spPr>
          <a:xfrm>
            <a:off x="8613725" y="2187625"/>
            <a:ext cx="2005310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875" b="1" dirty="0">
                <a:solidFill>
                  <a:srgbClr val="1D3D33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أرماند فيجنباوم</a:t>
            </a:r>
            <a:endParaRPr lang="en-US" sz="1875" dirty="0">
              <a:cs typeface="+mj-cs"/>
            </a:endParaRPr>
          </a:p>
        </p:txBody>
      </p:sp>
      <p:sp>
        <p:nvSpPr>
          <p:cNvPr id="26" name="SK-52-text-25"/>
          <p:cNvSpPr/>
          <p:nvPr/>
        </p:nvSpPr>
        <p:spPr>
          <a:xfrm>
            <a:off x="8543479" y="2619673"/>
            <a:ext cx="1929259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125" dirty="0">
                <a:solidFill>
                  <a:srgbClr val="666666"/>
                </a:solidFill>
                <a:cs typeface="+mj-cs"/>
              </a:rPr>
              <a:t>Armand Feigenbaum (1956)</a:t>
            </a:r>
            <a:endParaRPr lang="en-US" sz="1125" dirty="0">
              <a:cs typeface="+mj-cs"/>
            </a:endParaRPr>
          </a:p>
        </p:txBody>
      </p:sp>
      <p:sp>
        <p:nvSpPr>
          <p:cNvPr id="27" name="SK-52-text-26"/>
          <p:cNvSpPr/>
          <p:nvPr/>
        </p:nvSpPr>
        <p:spPr>
          <a:xfrm>
            <a:off x="7792045" y="3826669"/>
            <a:ext cx="2325737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875" b="1" dirty="0">
                <a:solidFill>
                  <a:srgbClr val="1D3D33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الرضا التام للعميل</a:t>
            </a:r>
            <a:endParaRPr lang="en-US" sz="1875" dirty="0">
              <a:cs typeface="+mj-cs"/>
            </a:endParaRPr>
          </a:p>
        </p:txBody>
      </p:sp>
      <p:sp>
        <p:nvSpPr>
          <p:cNvPr id="28" name="SK-52-text-27"/>
          <p:cNvSpPr/>
          <p:nvPr/>
        </p:nvSpPr>
        <p:spPr>
          <a:xfrm>
            <a:off x="6888361" y="5191423"/>
            <a:ext cx="4474369" cy="5143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1785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يرى فيجنباوم أن الجودة هي محصلة خصائص المنتج أو الخدمة التي تلبي</a:t>
            </a:r>
            <a:endParaRPr lang="en-US" sz="1275" dirty="0">
              <a:cs typeface="+mj-cs"/>
            </a:endParaRPr>
          </a:p>
          <a:p>
            <a:pPr marL="0" indent="0" algn="r" rtl="1">
              <a:lnSpc>
                <a:spcPts val="1785"/>
              </a:lnSpc>
              <a:buNone/>
            </a:pPr>
            <a:r>
              <a:rPr lang="en-US" sz="1275" dirty="0">
                <a:solidFill>
                  <a:srgbClr val="444444"/>
                </a:solidFill>
                <a:latin typeface="Noto Sans Arabic" pitchFamily="34" charset="0"/>
                <a:ea typeface="Noto Sans Arabic" pitchFamily="34" charset="-122"/>
                <a:cs typeface="+mj-cs"/>
              </a:rPr>
              <a:t>توقعات العميل بشكل كامل وشامل.</a:t>
            </a:r>
            <a:endParaRPr lang="en-US" sz="1275" dirty="0">
              <a:cs typeface="+mj-cs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816A362-D92C-D728-7A5C-F974E8F477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007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2611"/>
            <a:ext cx="12192000" cy="5118050"/>
          </a:xfrm>
          <a:prstGeom prst="rect">
            <a:avLst/>
          </a:prstGeom>
        </p:spPr>
      </p:pic>
      <p:pic>
        <p:nvPicPr>
          <p:cNvPr id="3" name="SK-5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992" y="397669"/>
            <a:ext cx="73075" cy="452586"/>
          </a:xfrm>
          <a:prstGeom prst="rect">
            <a:avLst/>
          </a:prstGeom>
        </p:spPr>
      </p:pic>
      <p:pic>
        <p:nvPicPr>
          <p:cNvPr id="4" name="SK-5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05830"/>
            <a:ext cx="5364361" cy="4683919"/>
          </a:xfrm>
          <a:prstGeom prst="rect">
            <a:avLst/>
          </a:prstGeom>
        </p:spPr>
      </p:pic>
      <p:pic>
        <p:nvPicPr>
          <p:cNvPr id="5" name="SK-5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6706" y="1405830"/>
            <a:ext cx="5364361" cy="4834830"/>
          </a:xfrm>
          <a:prstGeom prst="rect">
            <a:avLst/>
          </a:prstGeom>
        </p:spPr>
      </p:pic>
      <p:pic>
        <p:nvPicPr>
          <p:cNvPr id="6" name="SK-5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255" y="2008584"/>
            <a:ext cx="536377" cy="296168"/>
          </a:xfrm>
          <a:prstGeom prst="rect">
            <a:avLst/>
          </a:prstGeom>
        </p:spPr>
      </p:pic>
      <p:pic>
        <p:nvPicPr>
          <p:cNvPr id="7" name="SK-5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6361" y="2084040"/>
            <a:ext cx="536377" cy="289322"/>
          </a:xfrm>
          <a:prstGeom prst="rect">
            <a:avLst/>
          </a:prstGeom>
        </p:spPr>
      </p:pic>
      <p:pic>
        <p:nvPicPr>
          <p:cNvPr id="8" name="SK-5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584" y="5193506"/>
            <a:ext cx="4852392" cy="9525"/>
          </a:xfrm>
          <a:prstGeom prst="rect">
            <a:avLst/>
          </a:prstGeom>
        </p:spPr>
      </p:pic>
      <p:pic>
        <p:nvPicPr>
          <p:cNvPr id="9" name="SK-5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875" y="5193506"/>
            <a:ext cx="4852392" cy="9525"/>
          </a:xfrm>
          <a:prstGeom prst="rect">
            <a:avLst/>
          </a:prstGeom>
        </p:spPr>
      </p:pic>
      <p:pic>
        <p:nvPicPr>
          <p:cNvPr id="10" name="SK-5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16667" y="1625203"/>
            <a:ext cx="609600" cy="575965"/>
          </a:xfrm>
          <a:prstGeom prst="rect">
            <a:avLst/>
          </a:prstGeom>
        </p:spPr>
      </p:pic>
      <p:pic>
        <p:nvPicPr>
          <p:cNvPr id="11" name="SK-5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3969" y="1625203"/>
            <a:ext cx="572988" cy="575965"/>
          </a:xfrm>
          <a:prstGeom prst="rect">
            <a:avLst/>
          </a:prstGeom>
        </p:spPr>
      </p:pic>
      <p:sp>
        <p:nvSpPr>
          <p:cNvPr id="13" name="SK-53-text-12"/>
          <p:cNvSpPr/>
          <p:nvPr/>
        </p:nvSpPr>
        <p:spPr>
          <a:xfrm>
            <a:off x="5998371" y="219373"/>
            <a:ext cx="5364360" cy="9032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1350"/>
              </a:lnSpc>
              <a:buNone/>
            </a:pPr>
            <a:r>
              <a:rPr lang="en-US" sz="2800" b="1" dirty="0">
                <a:solidFill>
                  <a:srgbClr val="1D2D26"/>
                </a:solidFill>
                <a:latin typeface="Times New Roman" panose="02020603050405020304" pitchFamily="18" charset="0"/>
                <a:ea typeface="Cairo" pitchFamily="34" charset="-122"/>
                <a:cs typeface="+mj-cs"/>
              </a:rPr>
              <a:t>تعريفات الجودة — </a:t>
            </a:r>
            <a:r>
              <a:rPr lang="en-US" sz="2800" b="1" dirty="0" err="1">
                <a:solidFill>
                  <a:srgbClr val="1D2D26"/>
                </a:solidFill>
                <a:latin typeface="Times New Roman" panose="02020603050405020304" pitchFamily="18" charset="0"/>
                <a:ea typeface="Cairo" pitchFamily="34" charset="-122"/>
                <a:cs typeface="+mj-cs"/>
              </a:rPr>
              <a:t>جوران</a:t>
            </a:r>
            <a:r>
              <a:rPr lang="ar-SA" sz="2800" b="1" dirty="0">
                <a:solidFill>
                  <a:srgbClr val="1D2D26"/>
                </a:solidFill>
                <a:latin typeface="Times New Roman" panose="02020603050405020304" pitchFamily="18" charset="0"/>
                <a:ea typeface="Cairo" pitchFamily="34" charset="-122"/>
                <a:cs typeface="+mj-cs"/>
              </a:rPr>
              <a:t> </a:t>
            </a:r>
            <a:r>
              <a:rPr lang="en-US" sz="2800" b="1" dirty="0" err="1">
                <a:solidFill>
                  <a:srgbClr val="1D2D26"/>
                </a:solidFill>
                <a:latin typeface="Times New Roman" panose="02020603050405020304" pitchFamily="18" charset="0"/>
                <a:ea typeface="Cairo" pitchFamily="34" charset="-122"/>
                <a:cs typeface="+mj-cs"/>
              </a:rPr>
              <a:t>وديمينج</a:t>
            </a:r>
            <a:endParaRPr lang="en-US" sz="2800" dirty="0"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SK-53-text-13"/>
          <p:cNvSpPr/>
          <p:nvPr/>
        </p:nvSpPr>
        <p:spPr>
          <a:xfrm>
            <a:off x="3101340" y="1625203"/>
            <a:ext cx="1799719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D2D26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إدوارد ديمينج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K-53-text-14"/>
          <p:cNvSpPr/>
          <p:nvPr/>
        </p:nvSpPr>
        <p:spPr>
          <a:xfrm>
            <a:off x="4277767" y="2084784"/>
            <a:ext cx="429667" cy="1439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125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+mj-cs"/>
              </a:rPr>
              <a:t>1986</a:t>
            </a:r>
            <a:endParaRPr lang="en-US" sz="1125" dirty="0">
              <a:cs typeface="+mj-cs"/>
            </a:endParaRPr>
          </a:p>
        </p:txBody>
      </p:sp>
      <p:sp>
        <p:nvSpPr>
          <p:cNvPr id="18" name="SK-53-text-17"/>
          <p:cNvSpPr/>
          <p:nvPr/>
        </p:nvSpPr>
        <p:spPr>
          <a:xfrm>
            <a:off x="2491680" y="5650855"/>
            <a:ext cx="3238500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125" dirty="0">
                <a:solidFill>
                  <a:srgbClr val="1D2D26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تقليل الانحرافات والتكلفة مع ضمان الاعتمادية.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K-53-text-18"/>
          <p:cNvSpPr/>
          <p:nvPr/>
        </p:nvSpPr>
        <p:spPr>
          <a:xfrm>
            <a:off x="9162289" y="1474440"/>
            <a:ext cx="1395728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ar-SA" sz="1800" b="1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+mj-cs"/>
              </a:rPr>
              <a:t>جوزيف جوران</a:t>
            </a:r>
            <a:endParaRPr lang="en-US" sz="1800" dirty="0">
              <a:cs typeface="+mj-cs"/>
            </a:endParaRPr>
          </a:p>
        </p:txBody>
      </p:sp>
      <p:sp>
        <p:nvSpPr>
          <p:cNvPr id="21" name="SK-53-text-20"/>
          <p:cNvSpPr/>
          <p:nvPr/>
        </p:nvSpPr>
        <p:spPr>
          <a:xfrm>
            <a:off x="9971484" y="2160240"/>
            <a:ext cx="417463" cy="1370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en-US" sz="1125" dirty="0">
                <a:solidFill>
                  <a:srgbClr val="1D2D26"/>
                </a:solidFill>
                <a:latin typeface="Cairo" pitchFamily="34" charset="0"/>
                <a:ea typeface="Cairo" pitchFamily="34" charset="-122"/>
                <a:cs typeface="+mj-cs"/>
              </a:rPr>
              <a:t>1989</a:t>
            </a:r>
            <a:endParaRPr lang="en-US" sz="1125" dirty="0">
              <a:cs typeface="+mj-cs"/>
            </a:endParaRPr>
          </a:p>
        </p:txBody>
      </p:sp>
      <p:sp>
        <p:nvSpPr>
          <p:cNvPr id="25" name="SK-53-text-24"/>
          <p:cNvSpPr/>
          <p:nvPr/>
        </p:nvSpPr>
        <p:spPr>
          <a:xfrm>
            <a:off x="8563273" y="5637163"/>
            <a:ext cx="2762994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125" dirty="0">
                <a:solidFill>
                  <a:srgbClr val="1D2D26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ملاءمة المنتج للغرض الذي صُنع من أجله.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K-53-text-15">
            <a:extLst>
              <a:ext uri="{FF2B5EF4-FFF2-40B4-BE49-F238E27FC236}">
                <a16:creationId xmlns:a16="http://schemas.microsoft.com/office/drawing/2014/main" id="{1FDE9322-5FDF-380A-A77F-4100D3E89978}"/>
              </a:ext>
            </a:extLst>
          </p:cNvPr>
          <p:cNvSpPr/>
          <p:nvPr/>
        </p:nvSpPr>
        <p:spPr>
          <a:xfrm>
            <a:off x="1109001" y="2766858"/>
            <a:ext cx="4080295" cy="15845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Autofit/>
          </a:bodyPr>
          <a:lstStyle/>
          <a:p>
            <a:pPr marL="0" marR="0" algn="r" rtl="1">
              <a:lnSpc>
                <a:spcPts val="1890"/>
              </a:lnSpc>
              <a:spcAft>
                <a:spcPts val="800"/>
              </a:spcAft>
              <a:buNone/>
            </a:pPr>
            <a:r>
              <a:rPr lang="ar-SA" sz="1350" kern="1200" dirty="0">
                <a:solidFill>
                  <a:srgbClr val="1D2D26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يرى الجودة كـ </a:t>
            </a:r>
            <a:r>
              <a:rPr lang="en-US" sz="1350" kern="1200" dirty="0">
                <a:solidFill>
                  <a:srgbClr val="1D2D26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"</a:t>
            </a:r>
            <a:r>
              <a:rPr lang="ar-SA" sz="1350" kern="1200" dirty="0">
                <a:solidFill>
                  <a:srgbClr val="1D2D26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درجة متوقعة من التناسق والاعتماد</a:t>
            </a:r>
            <a:r>
              <a:rPr lang="en-US" sz="1350" kern="1200" dirty="0">
                <a:solidFill>
                  <a:srgbClr val="1D2D26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"</a:t>
            </a: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r" rtl="1">
              <a:lnSpc>
                <a:spcPts val="1890"/>
              </a:lnSpc>
              <a:spcAft>
                <a:spcPts val="800"/>
              </a:spcAft>
              <a:buNone/>
            </a:pPr>
            <a:r>
              <a:rPr lang="ar-SA" sz="1350" kern="1200" dirty="0">
                <a:solidFill>
                  <a:srgbClr val="1D2D26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تناسب متطلبات السوق وتتحقق بتكلفة منخفضة، معتبراً أن</a:t>
            </a: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r" rtl="1">
              <a:lnSpc>
                <a:spcPts val="1890"/>
              </a:lnSpc>
              <a:spcAft>
                <a:spcPts val="800"/>
              </a:spcAft>
              <a:buNone/>
            </a:pPr>
            <a:r>
              <a:rPr lang="ar-SA" sz="1350" kern="1200" dirty="0">
                <a:solidFill>
                  <a:srgbClr val="1D2D26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الجودة تبدأ بتطوير العمليات لتقليل التباين</a:t>
            </a:r>
            <a:r>
              <a:rPr lang="en-US" sz="1350" kern="1200" dirty="0">
                <a:solidFill>
                  <a:srgbClr val="1D2D26"/>
                </a:solidFill>
                <a:effectLst/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</a:rPr>
              <a:t>.</a:t>
            </a: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7E6AF5E-1081-CAD1-B961-3388891B3B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05848" y="3107555"/>
            <a:ext cx="3362794" cy="88594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912F5F5-D4A0-C003-512F-56FA676307D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3634" y="5364626"/>
            <a:ext cx="952633" cy="238158"/>
          </a:xfrm>
          <a:prstGeom prst="rect">
            <a:avLst/>
          </a:prstGeom>
        </p:spPr>
      </p:pic>
      <p:sp>
        <p:nvSpPr>
          <p:cNvPr id="33" name="SK-53-text-16">
            <a:extLst>
              <a:ext uri="{FF2B5EF4-FFF2-40B4-BE49-F238E27FC236}">
                <a16:creationId xmlns:a16="http://schemas.microsoft.com/office/drawing/2014/main" id="{602BEE1B-FA95-D80C-0410-205C504B784F}"/>
              </a:ext>
            </a:extLst>
          </p:cNvPr>
          <p:cNvSpPr/>
          <p:nvPr/>
        </p:nvSpPr>
        <p:spPr>
          <a:xfrm>
            <a:off x="4691584" y="5314811"/>
            <a:ext cx="952500" cy="23304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marR="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ar-SA" sz="1450" b="1" kern="1200" dirty="0">
                <a:solidFill>
                  <a:srgbClr val="B48B5E"/>
                </a:solidFill>
                <a:effectLst/>
                <a:latin typeface="Cairo"/>
                <a:ea typeface="Cairo"/>
                <a:cs typeface="+mj-cs"/>
              </a:rPr>
              <a:t>التركيز</a:t>
            </a:r>
            <a:r>
              <a:rPr lang="ar-SA" sz="1450" b="1" kern="1200" dirty="0">
                <a:solidFill>
                  <a:srgbClr val="B48B5E"/>
                </a:solidFill>
                <a:effectLst/>
                <a:latin typeface="Aptos" panose="020B0004020202020204" pitchFamily="34" charset="0"/>
                <a:ea typeface="Cairo"/>
                <a:cs typeface="+mj-cs"/>
              </a:rPr>
              <a:t> </a:t>
            </a:r>
            <a:r>
              <a:rPr lang="ar-SA" sz="1450" b="1" kern="1200" dirty="0">
                <a:solidFill>
                  <a:srgbClr val="B48B5E"/>
                </a:solidFill>
                <a:effectLst/>
                <a:latin typeface="Cairo"/>
                <a:ea typeface="Cairo"/>
                <a:cs typeface="+mj-cs"/>
              </a:rPr>
              <a:t>الأساسي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j-cs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0063EB1-31C4-01D0-C3B8-1A00B86421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662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8FD47C-764B-5757-ABA6-08D5BB4A4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3272"/>
            <a:ext cx="12192000" cy="51389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5E65E4-C2AB-780B-99E4-1025854A7D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26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K-12-img-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319" y="2023021"/>
            <a:ext cx="14288" cy="2777430"/>
          </a:xfrm>
          <a:prstGeom prst="rect">
            <a:avLst/>
          </a:prstGeom>
        </p:spPr>
      </p:pic>
      <p:pic>
        <p:nvPicPr>
          <p:cNvPr id="6" name="SK-12-img-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592" y="3374082"/>
            <a:ext cx="121890" cy="68461"/>
          </a:xfrm>
          <a:prstGeom prst="rect">
            <a:avLst/>
          </a:prstGeom>
        </p:spPr>
      </p:pic>
      <p:pic>
        <p:nvPicPr>
          <p:cNvPr id="11" name="SK-12-img-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9579" y="5173108"/>
            <a:ext cx="438894" cy="383977"/>
          </a:xfrm>
          <a:prstGeom prst="rect">
            <a:avLst/>
          </a:prstGeom>
        </p:spPr>
      </p:pic>
      <p:pic>
        <p:nvPicPr>
          <p:cNvPr id="12" name="SK-12-img-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0086" y="2660601"/>
            <a:ext cx="2901553" cy="2297311"/>
          </a:xfrm>
          <a:prstGeom prst="rect">
            <a:avLst/>
          </a:prstGeom>
        </p:spPr>
      </p:pic>
      <p:pic>
        <p:nvPicPr>
          <p:cNvPr id="14" name="SK-12-img-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921" y="2650613"/>
            <a:ext cx="4315867" cy="2461915"/>
          </a:xfrm>
          <a:prstGeom prst="rect">
            <a:avLst/>
          </a:prstGeom>
        </p:spPr>
      </p:pic>
      <p:sp>
        <p:nvSpPr>
          <p:cNvPr id="16" name="SK-12-text-15"/>
          <p:cNvSpPr/>
          <p:nvPr/>
        </p:nvSpPr>
        <p:spPr>
          <a:xfrm>
            <a:off x="3771037" y="260598"/>
            <a:ext cx="6872407" cy="72687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3900" b="1" dirty="0">
                <a:solidFill>
                  <a:srgbClr val="FFFFFF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الجودة والقيد الرباعي للمشروع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K-12-text-16"/>
          <p:cNvSpPr/>
          <p:nvPr/>
        </p:nvSpPr>
        <p:spPr>
          <a:xfrm>
            <a:off x="2293174" y="1131540"/>
            <a:ext cx="8338066" cy="308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650" dirty="0">
                <a:solidFill>
                  <a:srgbClr val="FFFFFF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لم يعد نجاح المشروع يُقاس بالوقت والتكلفة والنطاق فقط؛ بل بمدى تحقيق الجودة المتوقعة.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K-12-text-17"/>
          <p:cNvSpPr/>
          <p:nvPr/>
        </p:nvSpPr>
        <p:spPr>
          <a:xfrm>
            <a:off x="2252990" y="1755577"/>
            <a:ext cx="2233583" cy="3634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025" b="1" dirty="0">
                <a:solidFill>
                  <a:srgbClr val="FFFFFF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الممارسة الحديثة</a:t>
            </a:r>
            <a:endParaRPr lang="en-US" sz="20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K-12-text-18"/>
          <p:cNvSpPr/>
          <p:nvPr/>
        </p:nvSpPr>
        <p:spPr>
          <a:xfrm>
            <a:off x="2595710" y="2071182"/>
            <a:ext cx="2669977" cy="5005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1755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الجودة قيد رابع يتقاطع مع </a:t>
            </a:r>
            <a:r>
              <a:rPr lang="en-US" sz="1350" dirty="0" err="1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القيود</a:t>
            </a:r>
            <a:r>
              <a:rPr lang="en-US" sz="13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الثلاثة</a:t>
            </a:r>
            <a:r>
              <a:rPr lang="en-US" sz="13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ويؤثر</a:t>
            </a:r>
            <a:r>
              <a:rPr lang="en-US" sz="13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في قبول المخرجات واستدامتها.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K-12-text-19"/>
          <p:cNvSpPr/>
          <p:nvPr/>
        </p:nvSpPr>
        <p:spPr>
          <a:xfrm>
            <a:off x="7385774" y="1762423"/>
            <a:ext cx="2196971" cy="3976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2025" b="1" dirty="0">
                <a:solidFill>
                  <a:srgbClr val="FFFFFF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النموذج التقليدي</a:t>
            </a:r>
            <a:endParaRPr lang="en-US" sz="20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K-12-text-20"/>
          <p:cNvSpPr/>
          <p:nvPr/>
        </p:nvSpPr>
        <p:spPr>
          <a:xfrm>
            <a:off x="7460307" y="2160092"/>
            <a:ext cx="2584698" cy="5005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1755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النطاق، الوقت، والتكلفة </a:t>
            </a:r>
            <a:r>
              <a:rPr lang="en-US" sz="1350" dirty="0" err="1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تشكل</a:t>
            </a:r>
            <a:r>
              <a:rPr lang="en-US" sz="13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القيود</a:t>
            </a:r>
            <a:r>
              <a:rPr lang="en-US" sz="13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الأساسية</a:t>
            </a:r>
            <a:r>
              <a:rPr lang="en-US" sz="13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للمشروع.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K-12-text-21"/>
          <p:cNvSpPr/>
          <p:nvPr/>
        </p:nvSpPr>
        <p:spPr>
          <a:xfrm>
            <a:off x="2587034" y="5228026"/>
            <a:ext cx="6969115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C9A050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تقليص الوقت أو التكلفة دون مراعاة الجودة قد يضخم تكاليف الفشل لاحقاً.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K-12-text-22"/>
          <p:cNvSpPr/>
          <p:nvPr/>
        </p:nvSpPr>
        <p:spPr>
          <a:xfrm>
            <a:off x="1073973" y="5701771"/>
            <a:ext cx="8947666" cy="31536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6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إذا طُلب تقليص مدة المشروع %20 دون زيادة الميزانية فما العنصر الأكثر عرضة للتأثر إن لم تُدر الجودة بعناية؟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12648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126480"/>
          </a:xfrm>
          <a:prstGeom prst="rect">
            <a:avLst/>
          </a:prstGeom>
        </p:spPr>
      </p:pic>
      <p:pic>
        <p:nvPicPr>
          <p:cNvPr id="4" name="SK-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5874544"/>
          </a:xfrm>
          <a:prstGeom prst="rect">
            <a:avLst/>
          </a:prstGeom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126480"/>
          </a:xfrm>
          <a:prstGeom prst="rect">
            <a:avLst/>
          </a:prstGeom>
        </p:spPr>
      </p:pic>
      <p:pic>
        <p:nvPicPr>
          <p:cNvPr id="8" name="SK-1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5512594"/>
            <a:ext cx="9601200" cy="476250"/>
          </a:xfrm>
          <a:prstGeom prst="rect">
            <a:avLst/>
          </a:prstGeom>
        </p:spPr>
      </p:pic>
      <p:pic>
        <p:nvPicPr>
          <p:cNvPr id="9" name="SK-1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1712" y="5698115"/>
            <a:ext cx="457200" cy="285750"/>
          </a:xfrm>
          <a:prstGeom prst="rect">
            <a:avLst/>
          </a:prstGeom>
        </p:spPr>
      </p:pic>
      <p:pic>
        <p:nvPicPr>
          <p:cNvPr id="10" name="SK-1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4525" y="5817394"/>
            <a:ext cx="57150" cy="57150"/>
          </a:xfrm>
          <a:prstGeom prst="rect">
            <a:avLst/>
          </a:prstGeom>
        </p:spPr>
      </p:pic>
      <p:sp>
        <p:nvSpPr>
          <p:cNvPr id="12" name="SK-1-text-11"/>
          <p:cNvSpPr/>
          <p:nvPr/>
        </p:nvSpPr>
        <p:spPr>
          <a:xfrm>
            <a:off x="2027094" y="2006764"/>
            <a:ext cx="8534400" cy="15543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6120"/>
              </a:lnSpc>
              <a:buNone/>
            </a:pPr>
            <a:endParaRPr lang="ar-SA" sz="5100" b="1" dirty="0">
              <a:solidFill>
                <a:srgbClr val="24342E"/>
              </a:solidFill>
            </a:endParaRPr>
          </a:p>
          <a:p>
            <a:pPr marL="0" indent="0" algn="ctr" rtl="1">
              <a:lnSpc>
                <a:spcPts val="6120"/>
              </a:lnSpc>
              <a:buNone/>
            </a:pPr>
            <a:r>
              <a:rPr lang="ar-SA" sz="5100" b="1" dirty="0">
                <a:solidFill>
                  <a:srgbClr val="24342E"/>
                </a:solidFill>
              </a:rPr>
              <a:t> </a:t>
            </a:r>
            <a:r>
              <a:rPr lang="ar-SA" sz="2400" b="1" dirty="0">
                <a:solidFill>
                  <a:srgbClr val="24342E"/>
                </a:solidFill>
              </a:rPr>
              <a:t>ما الفرق بين</a:t>
            </a:r>
          </a:p>
          <a:p>
            <a:pPr marL="0" indent="0" algn="ctr" rtl="1">
              <a:lnSpc>
                <a:spcPts val="6120"/>
              </a:lnSpc>
              <a:buNone/>
            </a:pPr>
            <a:endParaRPr lang="ar-SA" sz="5100" b="1" dirty="0">
              <a:solidFill>
                <a:srgbClr val="24342E"/>
              </a:solidFill>
            </a:endParaRPr>
          </a:p>
          <a:p>
            <a:pPr marL="0" indent="0" algn="ctr" rtl="1">
              <a:lnSpc>
                <a:spcPts val="6120"/>
              </a:lnSpc>
              <a:buNone/>
            </a:pPr>
            <a:r>
              <a:rPr lang="en-US" sz="5100" b="1" dirty="0">
                <a:solidFill>
                  <a:srgbClr val="24342E"/>
                </a:solidFill>
              </a:rPr>
              <a:t> </a:t>
            </a:r>
            <a:endParaRPr lang="en-US" sz="5100" dirty="0"/>
          </a:p>
        </p:txBody>
      </p:sp>
      <p:sp>
        <p:nvSpPr>
          <p:cNvPr id="15" name="SK-1-text-14"/>
          <p:cNvSpPr/>
          <p:nvPr/>
        </p:nvSpPr>
        <p:spPr>
          <a:xfrm>
            <a:off x="9891712" y="5674519"/>
            <a:ext cx="3810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b="1" kern="0" spc="60" dirty="0">
                <a:solidFill>
                  <a:srgbClr val="174C3C"/>
                </a:solidFill>
              </a:rPr>
              <a:t>PMI</a:t>
            </a:r>
            <a:endParaRPr lang="en-US" sz="1200" dirty="0"/>
          </a:p>
        </p:txBody>
      </p:sp>
      <p:sp>
        <p:nvSpPr>
          <p:cNvPr id="17" name="SK-1-text-16"/>
          <p:cNvSpPr/>
          <p:nvPr/>
        </p:nvSpPr>
        <p:spPr>
          <a:xfrm>
            <a:off x="6829425" y="5717381"/>
            <a:ext cx="25146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dirty="0">
                <a:solidFill>
                  <a:srgbClr val="3E7763"/>
                </a:solidFill>
              </a:rPr>
              <a:t>دليل المعرفة لإدارة المشاريع (PMBOK)</a:t>
            </a:r>
            <a:endParaRPr lang="en-US" sz="13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FC763F-6BFE-23F1-AE75-7D7E62F6D597}"/>
              </a:ext>
            </a:extLst>
          </p:cNvPr>
          <p:cNvSpPr txBox="1"/>
          <p:nvPr/>
        </p:nvSpPr>
        <p:spPr>
          <a:xfrm>
            <a:off x="6850639" y="600302"/>
            <a:ext cx="3269673" cy="861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D4DAA-1248-94DF-63C9-6C726C5CBAE6}"/>
              </a:ext>
            </a:extLst>
          </p:cNvPr>
          <p:cNvSpPr txBox="1"/>
          <p:nvPr/>
        </p:nvSpPr>
        <p:spPr>
          <a:xfrm>
            <a:off x="4778951" y="951345"/>
            <a:ext cx="2730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5400" b="1" dirty="0">
                <a:solidFill>
                  <a:srgbClr val="24342E"/>
                </a:solidFill>
              </a:rPr>
              <a:t>سؤال</a:t>
            </a:r>
            <a:endParaRPr lang="en-US" sz="5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531A78-7668-6E72-21DB-F25CE8009834}"/>
              </a:ext>
            </a:extLst>
          </p:cNvPr>
          <p:cNvSpPr txBox="1"/>
          <p:nvPr/>
        </p:nvSpPr>
        <p:spPr>
          <a:xfrm>
            <a:off x="3463636" y="3210873"/>
            <a:ext cx="5580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4800" b="1" dirty="0" err="1">
                <a:solidFill>
                  <a:srgbClr val="24342E"/>
                </a:solidFill>
              </a:rPr>
              <a:t>بين</a:t>
            </a:r>
            <a:r>
              <a:rPr lang="en-US" sz="4800" b="1" dirty="0">
                <a:solidFill>
                  <a:srgbClr val="24342E"/>
                </a:solidFill>
              </a:rPr>
              <a:t> </a:t>
            </a:r>
            <a:r>
              <a:rPr lang="en-US" sz="4800" b="1" dirty="0" err="1">
                <a:solidFill>
                  <a:srgbClr val="FF0000"/>
                </a:solidFill>
              </a:rPr>
              <a:t>المشروع</a:t>
            </a:r>
            <a:r>
              <a:rPr lang="en-US" sz="4800" b="1" dirty="0">
                <a:solidFill>
                  <a:srgbClr val="24342E"/>
                </a:solidFill>
              </a:rPr>
              <a:t> و </a:t>
            </a:r>
            <a:r>
              <a:rPr lang="en-US" sz="4800" b="1" dirty="0" err="1">
                <a:solidFill>
                  <a:srgbClr val="174C3C"/>
                </a:solidFill>
              </a:rPr>
              <a:t>البرنامج</a:t>
            </a:r>
            <a:endParaRPr lang="en-US" sz="4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45804-FF4C-9607-F957-16D6168643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C2171-BA88-3072-4EDD-8ED4EC59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
            <a:extLst>
              <a:ext uri="{FF2B5EF4-FFF2-40B4-BE49-F238E27FC236}">
                <a16:creationId xmlns:a16="http://schemas.microsoft.com/office/drawing/2014/main" id="{C5E61040-CBC9-03CB-23C7-E7FD271B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135624"/>
          </a:xfrm>
          <a:prstGeom prst="rect">
            <a:avLst/>
          </a:prstGeom>
        </p:spPr>
      </p:pic>
      <p:pic>
        <p:nvPicPr>
          <p:cNvPr id="3" name="SK-1-img-2" descr="preencoded.png">
            <a:extLst>
              <a:ext uri="{FF2B5EF4-FFF2-40B4-BE49-F238E27FC236}">
                <a16:creationId xmlns:a16="http://schemas.microsoft.com/office/drawing/2014/main" id="{0C5A3887-5E5F-6B48-D37A-DA448A49F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135624"/>
          </a:xfrm>
          <a:prstGeom prst="rect">
            <a:avLst/>
          </a:prstGeom>
        </p:spPr>
      </p:pic>
      <p:pic>
        <p:nvPicPr>
          <p:cNvPr id="4" name="SK-1-img-3" descr="preencoded.png">
            <a:extLst>
              <a:ext uri="{FF2B5EF4-FFF2-40B4-BE49-F238E27FC236}">
                <a16:creationId xmlns:a16="http://schemas.microsoft.com/office/drawing/2014/main" id="{71B9BF4C-E953-8442-7FD5-C01BAD84C1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053328"/>
          </a:xfrm>
          <a:prstGeom prst="rect">
            <a:avLst/>
          </a:prstGeom>
        </p:spPr>
      </p:pic>
      <p:pic>
        <p:nvPicPr>
          <p:cNvPr id="5" name="SK-1-img-4" descr="preencoded.png">
            <a:extLst>
              <a:ext uri="{FF2B5EF4-FFF2-40B4-BE49-F238E27FC236}">
                <a16:creationId xmlns:a16="http://schemas.microsoft.com/office/drawing/2014/main" id="{65E57F0F-3A50-A2D3-AA91-2D1587CAB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135624"/>
          </a:xfrm>
          <a:prstGeom prst="rect">
            <a:avLst/>
          </a:prstGeom>
        </p:spPr>
      </p:pic>
      <p:pic>
        <p:nvPicPr>
          <p:cNvPr id="6" name="SK-1-img-5" descr="preencoded.png">
            <a:extLst>
              <a:ext uri="{FF2B5EF4-FFF2-40B4-BE49-F238E27FC236}">
                <a16:creationId xmlns:a16="http://schemas.microsoft.com/office/drawing/2014/main" id="{B53C2496-318C-741D-C42A-C9B17990F2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6450" y="2202061"/>
            <a:ext cx="5543550" cy="659011"/>
          </a:xfrm>
          <a:prstGeom prst="rect">
            <a:avLst/>
          </a:prstGeom>
        </p:spPr>
      </p:pic>
      <p:pic>
        <p:nvPicPr>
          <p:cNvPr id="7" name="SK-1-img-6" descr="preencoded.png">
            <a:extLst>
              <a:ext uri="{FF2B5EF4-FFF2-40B4-BE49-F238E27FC236}">
                <a16:creationId xmlns:a16="http://schemas.microsoft.com/office/drawing/2014/main" id="{310CBBD4-2106-E021-120E-BB4DE5B8AA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0" y="3470672"/>
            <a:ext cx="6191250" cy="975122"/>
          </a:xfrm>
          <a:prstGeom prst="rect">
            <a:avLst/>
          </a:prstGeom>
        </p:spPr>
      </p:pic>
      <p:pic>
        <p:nvPicPr>
          <p:cNvPr id="8" name="SK-1-img-7" descr="preencoded.png">
            <a:extLst>
              <a:ext uri="{FF2B5EF4-FFF2-40B4-BE49-F238E27FC236}">
                <a16:creationId xmlns:a16="http://schemas.microsoft.com/office/drawing/2014/main" id="{E6E43326-D05E-0C1C-CC0F-65E17876FF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5512594"/>
            <a:ext cx="9601200" cy="476250"/>
          </a:xfrm>
          <a:prstGeom prst="rect">
            <a:avLst/>
          </a:prstGeom>
        </p:spPr>
      </p:pic>
      <p:pic>
        <p:nvPicPr>
          <p:cNvPr id="9" name="SK-1-img-8" descr="preencoded.png">
            <a:extLst>
              <a:ext uri="{FF2B5EF4-FFF2-40B4-BE49-F238E27FC236}">
                <a16:creationId xmlns:a16="http://schemas.microsoft.com/office/drawing/2014/main" id="{FA4D34E4-8A80-8824-DC12-C8573EB93D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00" y="5703094"/>
            <a:ext cx="457200" cy="285750"/>
          </a:xfrm>
          <a:prstGeom prst="rect">
            <a:avLst/>
          </a:prstGeom>
        </p:spPr>
      </p:pic>
      <p:pic>
        <p:nvPicPr>
          <p:cNvPr id="10" name="SK-1-img-9" descr="preencoded.png">
            <a:extLst>
              <a:ext uri="{FF2B5EF4-FFF2-40B4-BE49-F238E27FC236}">
                <a16:creationId xmlns:a16="http://schemas.microsoft.com/office/drawing/2014/main" id="{ABF656CF-BFA7-0A8C-58EF-1E6656F36D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34525" y="5817394"/>
            <a:ext cx="57150" cy="57150"/>
          </a:xfrm>
          <a:prstGeom prst="rect">
            <a:avLst/>
          </a:prstGeom>
        </p:spPr>
      </p:pic>
      <p:sp>
        <p:nvSpPr>
          <p:cNvPr id="12" name="SK-1-text-11">
            <a:extLst>
              <a:ext uri="{FF2B5EF4-FFF2-40B4-BE49-F238E27FC236}">
                <a16:creationId xmlns:a16="http://schemas.microsoft.com/office/drawing/2014/main" id="{5B4CFF38-E32F-0424-C48B-F6620B5C9D58}"/>
              </a:ext>
            </a:extLst>
          </p:cNvPr>
          <p:cNvSpPr/>
          <p:nvPr/>
        </p:nvSpPr>
        <p:spPr>
          <a:xfrm>
            <a:off x="2895600" y="457200"/>
            <a:ext cx="8534400" cy="15543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6120"/>
              </a:lnSpc>
              <a:buNone/>
            </a:pPr>
            <a:r>
              <a:rPr lang="ar-SA" sz="4400" b="1" dirty="0">
                <a:solidFill>
                  <a:srgbClr val="24342E"/>
                </a:solidFill>
              </a:rPr>
              <a:t>الفرق </a:t>
            </a:r>
            <a:r>
              <a:rPr lang="en-US" sz="4400" b="1" dirty="0" err="1">
                <a:solidFill>
                  <a:srgbClr val="24342E"/>
                </a:solidFill>
              </a:rPr>
              <a:t>بين</a:t>
            </a:r>
            <a:r>
              <a:rPr lang="en-US" sz="4400" b="1" dirty="0">
                <a:solidFill>
                  <a:srgbClr val="24342E"/>
                </a:solidFill>
              </a:rPr>
              <a:t> </a:t>
            </a:r>
            <a:r>
              <a:rPr lang="en-US" sz="4400" b="1" dirty="0">
                <a:solidFill>
                  <a:srgbClr val="3E7763"/>
                </a:solidFill>
              </a:rPr>
              <a:t>المشروع</a:t>
            </a:r>
            <a:r>
              <a:rPr lang="en-US" sz="4400" b="1" dirty="0">
                <a:solidFill>
                  <a:srgbClr val="24342E"/>
                </a:solidFill>
              </a:rPr>
              <a:t> و </a:t>
            </a:r>
            <a:r>
              <a:rPr lang="en-US" sz="4400" b="1" dirty="0">
                <a:solidFill>
                  <a:srgbClr val="174C3C"/>
                </a:solidFill>
              </a:rPr>
              <a:t>البرنامج</a:t>
            </a:r>
            <a:endParaRPr lang="en-US" sz="4400" dirty="0"/>
          </a:p>
          <a:p>
            <a:pPr marL="0" indent="0" algn="r" rtl="1">
              <a:lnSpc>
                <a:spcPts val="6120"/>
              </a:lnSpc>
              <a:buNone/>
            </a:pPr>
            <a:r>
              <a:rPr lang="en-US" sz="4400" b="1" dirty="0">
                <a:solidFill>
                  <a:srgbClr val="24342E"/>
                </a:solidFill>
              </a:rPr>
              <a:t>وفق معهد إدارة المشاريع PMI</a:t>
            </a:r>
            <a:endParaRPr lang="en-US" sz="4400" dirty="0"/>
          </a:p>
        </p:txBody>
      </p:sp>
      <p:sp>
        <p:nvSpPr>
          <p:cNvPr id="13" name="SK-1-text-12">
            <a:extLst>
              <a:ext uri="{FF2B5EF4-FFF2-40B4-BE49-F238E27FC236}">
                <a16:creationId xmlns:a16="http://schemas.microsoft.com/office/drawing/2014/main" id="{35463717-1B28-CD2D-983C-821D73D9369B}"/>
              </a:ext>
            </a:extLst>
          </p:cNvPr>
          <p:cNvSpPr/>
          <p:nvPr/>
        </p:nvSpPr>
        <p:spPr>
          <a:xfrm>
            <a:off x="5831205" y="2344936"/>
            <a:ext cx="536067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940"/>
              </a:lnSpc>
              <a:buNone/>
            </a:pPr>
            <a:r>
              <a:rPr lang="en-US" sz="2100" dirty="0">
                <a:solidFill>
                  <a:srgbClr val="174C3C"/>
                </a:solidFill>
              </a:rPr>
              <a:t>الفرق في المفهوم، الهدف، النطاق، الإدارة ومقياس النجاح</a:t>
            </a:r>
            <a:endParaRPr lang="en-US" sz="2100" dirty="0"/>
          </a:p>
        </p:txBody>
      </p:sp>
      <p:sp>
        <p:nvSpPr>
          <p:cNvPr id="14" name="SK-1-text-13">
            <a:extLst>
              <a:ext uri="{FF2B5EF4-FFF2-40B4-BE49-F238E27FC236}">
                <a16:creationId xmlns:a16="http://schemas.microsoft.com/office/drawing/2014/main" id="{42AA1707-9EC6-2BE6-2F27-0E6740B180D3}"/>
              </a:ext>
            </a:extLst>
          </p:cNvPr>
          <p:cNvSpPr/>
          <p:nvPr/>
        </p:nvSpPr>
        <p:spPr>
          <a:xfrm>
            <a:off x="5238750" y="3470672"/>
            <a:ext cx="5810250" cy="9751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174C3C"/>
                </a:solidFill>
              </a:rPr>
              <a:t>المشروع</a:t>
            </a:r>
            <a:r>
              <a:rPr lang="en-US" sz="1650" dirty="0">
                <a:solidFill>
                  <a:srgbClr val="24342E"/>
                </a:solidFill>
              </a:rPr>
              <a:t> يقدّم مخرجًا فريدًا، بينما </a:t>
            </a:r>
            <a:r>
              <a:rPr lang="en-US" sz="1650" b="1" dirty="0">
                <a:solidFill>
                  <a:srgbClr val="174C3C"/>
                </a:solidFill>
              </a:rPr>
              <a:t>البرنامج</a:t>
            </a:r>
            <a:r>
              <a:rPr lang="en-US" sz="1650" dirty="0">
                <a:solidFill>
                  <a:srgbClr val="24342E"/>
                </a:solidFill>
              </a:rPr>
              <a:t> ينسق عدة مشروعات مترابطة لتحقيق منافع استراتيجية مشتركة لا يمكن تحقيقها بشكل منفرد.</a:t>
            </a:r>
            <a:endParaRPr lang="en-US" sz="1650" dirty="0"/>
          </a:p>
        </p:txBody>
      </p:sp>
      <p:sp>
        <p:nvSpPr>
          <p:cNvPr id="15" name="SK-1-text-14">
            <a:extLst>
              <a:ext uri="{FF2B5EF4-FFF2-40B4-BE49-F238E27FC236}">
                <a16:creationId xmlns:a16="http://schemas.microsoft.com/office/drawing/2014/main" id="{B750518A-2F3A-65EF-A710-D7CF2EDE9C85}"/>
              </a:ext>
            </a:extLst>
          </p:cNvPr>
          <p:cNvSpPr/>
          <p:nvPr/>
        </p:nvSpPr>
        <p:spPr>
          <a:xfrm>
            <a:off x="10896600" y="5703094"/>
            <a:ext cx="3810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b="1" kern="0" spc="60" dirty="0">
                <a:solidFill>
                  <a:srgbClr val="174C3C"/>
                </a:solidFill>
              </a:rPr>
              <a:t>PMI</a:t>
            </a:r>
            <a:endParaRPr lang="en-US" sz="1200" dirty="0"/>
          </a:p>
        </p:txBody>
      </p:sp>
      <p:sp>
        <p:nvSpPr>
          <p:cNvPr id="16" name="SK-1-text-15">
            <a:extLst>
              <a:ext uri="{FF2B5EF4-FFF2-40B4-BE49-F238E27FC236}">
                <a16:creationId xmlns:a16="http://schemas.microsoft.com/office/drawing/2014/main" id="{9D83F9D4-3796-24A6-59A1-338715DE821C}"/>
              </a:ext>
            </a:extLst>
          </p:cNvPr>
          <p:cNvSpPr/>
          <p:nvPr/>
        </p:nvSpPr>
        <p:spPr>
          <a:xfrm>
            <a:off x="9582150" y="5717381"/>
            <a:ext cx="12954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dirty="0">
                <a:solidFill>
                  <a:srgbClr val="3E7763"/>
                </a:solidFill>
              </a:rPr>
              <a:t>معهد إدارة المشاريع</a:t>
            </a:r>
            <a:endParaRPr lang="en-US" sz="1350" dirty="0"/>
          </a:p>
        </p:txBody>
      </p:sp>
      <p:sp>
        <p:nvSpPr>
          <p:cNvPr id="17" name="SK-1-text-16">
            <a:extLst>
              <a:ext uri="{FF2B5EF4-FFF2-40B4-BE49-F238E27FC236}">
                <a16:creationId xmlns:a16="http://schemas.microsoft.com/office/drawing/2014/main" id="{8BDD9F87-167D-D746-70A3-E2464C94DD32}"/>
              </a:ext>
            </a:extLst>
          </p:cNvPr>
          <p:cNvSpPr/>
          <p:nvPr/>
        </p:nvSpPr>
        <p:spPr>
          <a:xfrm>
            <a:off x="6829425" y="5717381"/>
            <a:ext cx="25146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dirty="0">
                <a:solidFill>
                  <a:srgbClr val="3E7763"/>
                </a:solidFill>
              </a:rPr>
              <a:t>دليل المعرفة لإدارة المشاريع (PMBOK)</a:t>
            </a:r>
            <a:endParaRPr lang="en-US" sz="135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B212422-A322-9903-74BE-C8B51E2C95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518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6774"/>
            <a:ext cx="12192000" cy="5314951"/>
          </a:xfrm>
          <a:prstGeom prst="rect">
            <a:avLst/>
          </a:prstGeom>
        </p:spPr>
      </p:pic>
      <p:pic>
        <p:nvPicPr>
          <p:cNvPr id="3" name="SK-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66774"/>
            <a:ext cx="12192000" cy="5314951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461963"/>
            <a:ext cx="38100" cy="323850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981075"/>
            <a:ext cx="11049000" cy="9525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76350"/>
            <a:ext cx="11049000" cy="1137196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737396"/>
            <a:ext cx="11049000" cy="1428750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9375" y="3023146"/>
            <a:ext cx="476250" cy="476250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8438" y="3166021"/>
            <a:ext cx="238125" cy="190500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2625" y="2927896"/>
            <a:ext cx="666750" cy="666750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9313" y="3127921"/>
            <a:ext cx="333375" cy="266700"/>
          </a:xfrm>
          <a:prstGeom prst="rect">
            <a:avLst/>
          </a:prstGeom>
        </p:spPr>
      </p:pic>
      <p:pic>
        <p:nvPicPr>
          <p:cNvPr id="12" name="SK-2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6375" y="3023146"/>
            <a:ext cx="476250" cy="476250"/>
          </a:xfrm>
          <a:prstGeom prst="rect">
            <a:avLst/>
          </a:prstGeom>
        </p:spPr>
      </p:pic>
      <p:pic>
        <p:nvPicPr>
          <p:cNvPr id="13" name="SK-2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95438" y="3166021"/>
            <a:ext cx="238125" cy="190500"/>
          </a:xfrm>
          <a:prstGeom prst="rect">
            <a:avLst/>
          </a:prstGeom>
        </p:spPr>
      </p:pic>
      <p:pic>
        <p:nvPicPr>
          <p:cNvPr id="14" name="SK-2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01125" y="4489996"/>
            <a:ext cx="2619375" cy="1232446"/>
          </a:xfrm>
          <a:prstGeom prst="rect">
            <a:avLst/>
          </a:prstGeom>
        </p:spPr>
      </p:pic>
      <p:pic>
        <p:nvPicPr>
          <p:cNvPr id="15" name="SK-2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39500" y="4715619"/>
            <a:ext cx="190500" cy="152400"/>
          </a:xfrm>
          <a:prstGeom prst="rect">
            <a:avLst/>
          </a:prstGeom>
        </p:spPr>
      </p:pic>
      <p:pic>
        <p:nvPicPr>
          <p:cNvPr id="16" name="SK-2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1250" y="4489996"/>
            <a:ext cx="2619375" cy="1232446"/>
          </a:xfrm>
          <a:prstGeom prst="rect">
            <a:avLst/>
          </a:prstGeom>
        </p:spPr>
      </p:pic>
      <p:pic>
        <p:nvPicPr>
          <p:cNvPr id="17" name="SK-2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29625" y="4715619"/>
            <a:ext cx="190500" cy="152400"/>
          </a:xfrm>
          <a:prstGeom prst="rect">
            <a:avLst/>
          </a:prstGeom>
        </p:spPr>
      </p:pic>
      <p:pic>
        <p:nvPicPr>
          <p:cNvPr id="18" name="SK-2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81375" y="4489996"/>
            <a:ext cx="2619375" cy="1232446"/>
          </a:xfrm>
          <a:prstGeom prst="rect">
            <a:avLst/>
          </a:prstGeom>
        </p:spPr>
      </p:pic>
      <p:pic>
        <p:nvPicPr>
          <p:cNvPr id="19" name="SK-2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19750" y="4715619"/>
            <a:ext cx="190500" cy="152400"/>
          </a:xfrm>
          <a:prstGeom prst="rect">
            <a:avLst/>
          </a:prstGeom>
        </p:spPr>
      </p:pic>
      <p:pic>
        <p:nvPicPr>
          <p:cNvPr id="20" name="SK-2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489996"/>
            <a:ext cx="2619375" cy="1232446"/>
          </a:xfrm>
          <a:prstGeom prst="rect">
            <a:avLst/>
          </a:prstGeom>
        </p:spPr>
      </p:pic>
      <p:pic>
        <p:nvPicPr>
          <p:cNvPr id="21" name="SK-2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09875" y="4715619"/>
            <a:ext cx="190500" cy="152400"/>
          </a:xfrm>
          <a:prstGeom prst="rect">
            <a:avLst/>
          </a:prstGeom>
        </p:spPr>
      </p:pic>
      <p:pic>
        <p:nvPicPr>
          <p:cNvPr id="22" name="SK-2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6181725"/>
            <a:ext cx="11049000" cy="295275"/>
          </a:xfrm>
          <a:prstGeom prst="rect">
            <a:avLst/>
          </a:prstGeom>
        </p:spPr>
      </p:pic>
      <p:sp>
        <p:nvSpPr>
          <p:cNvPr id="23" name="SK-2-text-22"/>
          <p:cNvSpPr/>
          <p:nvPr/>
        </p:nvSpPr>
        <p:spPr>
          <a:xfrm>
            <a:off x="8121015" y="381000"/>
            <a:ext cx="331851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3825"/>
              </a:lnSpc>
              <a:buNone/>
            </a:pPr>
            <a:r>
              <a:rPr lang="en-US" sz="2550" b="1" dirty="0">
                <a:solidFill>
                  <a:srgbClr val="174C3C"/>
                </a:solidFill>
              </a:rPr>
              <a:t>تعريف المشروع (Project)</a:t>
            </a:r>
            <a:endParaRPr lang="en-US" sz="2550" dirty="0"/>
          </a:p>
        </p:txBody>
      </p:sp>
      <p:sp>
        <p:nvSpPr>
          <p:cNvPr id="24" name="SK-2-text-23"/>
          <p:cNvSpPr/>
          <p:nvPr/>
        </p:nvSpPr>
        <p:spPr>
          <a:xfrm>
            <a:off x="657225" y="1504950"/>
            <a:ext cx="10677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39A4A"/>
                </a:solidFill>
              </a:rPr>
              <a:t>تعريف معهد إدارة المشاريع PMI:</a:t>
            </a:r>
            <a:endParaRPr lang="en-US" sz="1350" dirty="0"/>
          </a:p>
        </p:txBody>
      </p:sp>
      <p:sp>
        <p:nvSpPr>
          <p:cNvPr id="25" name="SK-2-text-24"/>
          <p:cNvSpPr/>
          <p:nvPr/>
        </p:nvSpPr>
        <p:spPr>
          <a:xfrm>
            <a:off x="584835" y="1838325"/>
            <a:ext cx="10749915" cy="3466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174C3C"/>
                </a:solidFill>
              </a:rPr>
              <a:t>المشروع هو جهد مؤقت يُنفذ لإنشاء منتج أو خدمة أو نتيجة فريدة.</a:t>
            </a:r>
            <a:endParaRPr lang="en-US" sz="1950" dirty="0"/>
          </a:p>
        </p:txBody>
      </p:sp>
      <p:sp>
        <p:nvSpPr>
          <p:cNvPr id="26" name="SK-2-text-25"/>
          <p:cNvSpPr/>
          <p:nvPr/>
        </p:nvSpPr>
        <p:spPr>
          <a:xfrm>
            <a:off x="10248900" y="3594646"/>
            <a:ext cx="4572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74C3C"/>
                </a:solidFill>
              </a:rPr>
              <a:t>البداية</a:t>
            </a:r>
            <a:endParaRPr lang="en-US" sz="1500" dirty="0"/>
          </a:p>
        </p:txBody>
      </p:sp>
      <p:sp>
        <p:nvSpPr>
          <p:cNvPr id="27" name="SK-2-text-26"/>
          <p:cNvSpPr/>
          <p:nvPr/>
        </p:nvSpPr>
        <p:spPr>
          <a:xfrm>
            <a:off x="5734050" y="3689896"/>
            <a:ext cx="7239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39A4A"/>
                </a:solidFill>
              </a:rPr>
              <a:t>مخرج فريد</a:t>
            </a:r>
            <a:endParaRPr lang="en-US" sz="1500" dirty="0"/>
          </a:p>
        </p:txBody>
      </p:sp>
      <p:sp>
        <p:nvSpPr>
          <p:cNvPr id="28" name="SK-2-text-27"/>
          <p:cNvSpPr/>
          <p:nvPr/>
        </p:nvSpPr>
        <p:spPr>
          <a:xfrm>
            <a:off x="1504950" y="3594646"/>
            <a:ext cx="4191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74C3C"/>
                </a:solidFill>
              </a:rPr>
              <a:t>النهاية</a:t>
            </a:r>
            <a:endParaRPr lang="en-US" sz="1500" dirty="0"/>
          </a:p>
        </p:txBody>
      </p:sp>
      <p:sp>
        <p:nvSpPr>
          <p:cNvPr id="29" name="SK-2-text-28"/>
          <p:cNvSpPr/>
          <p:nvPr/>
        </p:nvSpPr>
        <p:spPr>
          <a:xfrm>
            <a:off x="10401300" y="4680496"/>
            <a:ext cx="742950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3E7763"/>
                </a:solidFill>
              </a:rPr>
              <a:t>زمن محدد</a:t>
            </a:r>
            <a:endParaRPr lang="en-US" sz="1350" dirty="0"/>
          </a:p>
        </p:txBody>
      </p:sp>
      <p:sp>
        <p:nvSpPr>
          <p:cNvPr id="30" name="SK-2-text-29"/>
          <p:cNvSpPr/>
          <p:nvPr/>
        </p:nvSpPr>
        <p:spPr>
          <a:xfrm>
            <a:off x="8991600" y="5017591"/>
            <a:ext cx="24384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dirty="0">
                <a:solidFill>
                  <a:srgbClr val="24342E"/>
                </a:solidFill>
              </a:rPr>
              <a:t>له بداية ونهاية واضحتان ومعروفتان مسبقاً.</a:t>
            </a:r>
            <a:endParaRPr lang="en-US" sz="1350" dirty="0"/>
          </a:p>
        </p:txBody>
      </p:sp>
      <p:sp>
        <p:nvSpPr>
          <p:cNvPr id="31" name="SK-2-text-30"/>
          <p:cNvSpPr/>
          <p:nvPr/>
        </p:nvSpPr>
        <p:spPr>
          <a:xfrm>
            <a:off x="7829550" y="4680496"/>
            <a:ext cx="50482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3E7763"/>
                </a:solidFill>
              </a:rPr>
              <a:t>التفرد</a:t>
            </a:r>
            <a:endParaRPr lang="en-US" sz="1350" dirty="0"/>
          </a:p>
        </p:txBody>
      </p:sp>
      <p:sp>
        <p:nvSpPr>
          <p:cNvPr id="32" name="SK-2-text-31"/>
          <p:cNvSpPr/>
          <p:nvPr/>
        </p:nvSpPr>
        <p:spPr>
          <a:xfrm>
            <a:off x="6381750" y="5017591"/>
            <a:ext cx="2238375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dirty="0">
                <a:solidFill>
                  <a:srgbClr val="24342E"/>
                </a:solidFill>
              </a:rPr>
              <a:t>يهدف إلى تقديم مخرج معين وفريد لم يسبق تنفيذه بنفس الظروف.</a:t>
            </a:r>
            <a:endParaRPr lang="en-US" sz="1350" dirty="0"/>
          </a:p>
        </p:txBody>
      </p:sp>
      <p:sp>
        <p:nvSpPr>
          <p:cNvPr id="33" name="SK-2-text-32"/>
          <p:cNvSpPr/>
          <p:nvPr/>
        </p:nvSpPr>
        <p:spPr>
          <a:xfrm>
            <a:off x="4981575" y="4680496"/>
            <a:ext cx="54292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3E7763"/>
                </a:solidFill>
              </a:rPr>
              <a:t>التركيز</a:t>
            </a:r>
            <a:endParaRPr lang="en-US" sz="1350" dirty="0"/>
          </a:p>
        </p:txBody>
      </p:sp>
      <p:sp>
        <p:nvSpPr>
          <p:cNvPr id="34" name="SK-2-text-33"/>
          <p:cNvSpPr/>
          <p:nvPr/>
        </p:nvSpPr>
        <p:spPr>
          <a:xfrm>
            <a:off x="3571875" y="5017591"/>
            <a:ext cx="2238375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dirty="0">
                <a:solidFill>
                  <a:srgbClr val="24342E"/>
                </a:solidFill>
              </a:rPr>
              <a:t>يركز بدقة على منتج أو خدمة أو نتيجة محددة سلفاً.</a:t>
            </a:r>
            <a:endParaRPr lang="en-US" sz="1350" dirty="0"/>
          </a:p>
        </p:txBody>
      </p:sp>
      <p:sp>
        <p:nvSpPr>
          <p:cNvPr id="35" name="SK-2-text-34"/>
          <p:cNvSpPr/>
          <p:nvPr/>
        </p:nvSpPr>
        <p:spPr>
          <a:xfrm>
            <a:off x="2162175" y="4680496"/>
            <a:ext cx="552450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3E7763"/>
                </a:solidFill>
              </a:rPr>
              <a:t>النطاق</a:t>
            </a:r>
            <a:endParaRPr lang="en-US" sz="1350" dirty="0"/>
          </a:p>
        </p:txBody>
      </p:sp>
      <p:sp>
        <p:nvSpPr>
          <p:cNvPr id="36" name="SK-2-text-35"/>
          <p:cNvSpPr/>
          <p:nvPr/>
        </p:nvSpPr>
        <p:spPr>
          <a:xfrm>
            <a:off x="762000" y="5017591"/>
            <a:ext cx="2238375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dirty="0">
                <a:solidFill>
                  <a:srgbClr val="24342E"/>
                </a:solidFill>
              </a:rPr>
              <a:t>يتم إنجازه وفق متطلبات ونطاق عمل (Scope) واضح ومحدد.</a:t>
            </a:r>
            <a:endParaRPr lang="en-US" sz="1350" dirty="0"/>
          </a:p>
        </p:txBody>
      </p:sp>
      <p:sp>
        <p:nvSpPr>
          <p:cNvPr id="37" name="SK-2-text-36"/>
          <p:cNvSpPr/>
          <p:nvPr/>
        </p:nvSpPr>
        <p:spPr>
          <a:xfrm>
            <a:off x="323850" y="5912942"/>
            <a:ext cx="18383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3E7763"/>
                </a:solidFill>
              </a:rPr>
              <a:t>المصدر: PMI — What Is a Project?</a:t>
            </a:r>
            <a:endParaRPr lang="en-US" sz="1050" dirty="0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C60E5627-674F-822E-24D0-390FB00AF2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1583"/>
            <a:ext cx="12192000" cy="5188049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41832"/>
            <a:ext cx="12192000" cy="5257800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6700" y="375196"/>
            <a:ext cx="38100" cy="323850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9443" y="1064865"/>
            <a:ext cx="4285357" cy="5134767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5200" y="1293465"/>
            <a:ext cx="419100" cy="419100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39500" y="1426815"/>
            <a:ext cx="190500" cy="152400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3625" y="1383953"/>
            <a:ext cx="1076325" cy="238125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53800" y="3396258"/>
            <a:ext cx="190500" cy="154781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6171" y="2475607"/>
            <a:ext cx="3324671" cy="841921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3643" y="2608957"/>
            <a:ext cx="304800" cy="304800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0793" y="2682925"/>
            <a:ext cx="190500" cy="156865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2475607"/>
            <a:ext cx="3324671" cy="841921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4671" y="2608957"/>
            <a:ext cx="304800" cy="304800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81821" y="2682925"/>
            <a:ext cx="190500" cy="156865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96171" y="3431828"/>
            <a:ext cx="3324671" cy="841921"/>
          </a:xfrm>
          <a:prstGeom prst="rect">
            <a:avLst/>
          </a:prstGeom>
        </p:spPr>
      </p:pic>
      <p:pic>
        <p:nvPicPr>
          <p:cNvPr id="18" name="SK-3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3643" y="3565178"/>
            <a:ext cx="304800" cy="304800"/>
          </a:xfrm>
          <a:prstGeom prst="rect">
            <a:avLst/>
          </a:prstGeom>
        </p:spPr>
      </p:pic>
      <p:pic>
        <p:nvPicPr>
          <p:cNvPr id="19" name="SK-3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20793" y="3639145"/>
            <a:ext cx="190500" cy="156865"/>
          </a:xfrm>
          <a:prstGeom prst="rect">
            <a:avLst/>
          </a:prstGeom>
        </p:spPr>
      </p:pic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3431828"/>
            <a:ext cx="3324671" cy="841921"/>
          </a:xfrm>
          <a:prstGeom prst="rect">
            <a:avLst/>
          </a:prstGeom>
        </p:spPr>
      </p:pic>
      <p:pic>
        <p:nvPicPr>
          <p:cNvPr id="21" name="SK-3-img-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24671" y="3565178"/>
            <a:ext cx="304800" cy="304800"/>
          </a:xfrm>
          <a:prstGeom prst="rect">
            <a:avLst/>
          </a:prstGeom>
        </p:spPr>
      </p:pic>
      <p:pic>
        <p:nvPicPr>
          <p:cNvPr id="22" name="SK-3-img-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81821" y="3639145"/>
            <a:ext cx="190500" cy="156865"/>
          </a:xfrm>
          <a:prstGeom prst="rect">
            <a:avLst/>
          </a:prstGeom>
        </p:spPr>
      </p:pic>
      <p:pic>
        <p:nvPicPr>
          <p:cNvPr id="23" name="SK-3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" y="4540448"/>
            <a:ext cx="6763643" cy="1085850"/>
          </a:xfrm>
          <a:prstGeom prst="rect">
            <a:avLst/>
          </a:prstGeom>
        </p:spPr>
      </p:pic>
      <p:pic>
        <p:nvPicPr>
          <p:cNvPr id="24" name="SK-3-img-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39196" y="4759523"/>
            <a:ext cx="133350" cy="133350"/>
          </a:xfrm>
          <a:prstGeom prst="rect">
            <a:avLst/>
          </a:prstGeom>
        </p:spPr>
      </p:pic>
      <p:pic>
        <p:nvPicPr>
          <p:cNvPr id="25" name="SK-3-img-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39196" y="5016698"/>
            <a:ext cx="133350" cy="133350"/>
          </a:xfrm>
          <a:prstGeom prst="rect">
            <a:avLst/>
          </a:prstGeom>
        </p:spPr>
      </p:pic>
      <p:pic>
        <p:nvPicPr>
          <p:cNvPr id="26" name="SK-3-img-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39196" y="5273873"/>
            <a:ext cx="133350" cy="133350"/>
          </a:xfrm>
          <a:prstGeom prst="rect">
            <a:avLst/>
          </a:prstGeom>
        </p:spPr>
      </p:pic>
      <p:pic>
        <p:nvPicPr>
          <p:cNvPr id="27" name="SK-3-img-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6234" y="4983659"/>
            <a:ext cx="261937" cy="213420"/>
          </a:xfrm>
          <a:prstGeom prst="rect">
            <a:avLst/>
          </a:prstGeom>
        </p:spPr>
      </p:pic>
      <p:pic>
        <p:nvPicPr>
          <p:cNvPr id="28" name="SK-3-img-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24684" y="4654748"/>
            <a:ext cx="857250" cy="857250"/>
          </a:xfrm>
          <a:prstGeom prst="rect">
            <a:avLst/>
          </a:prstGeom>
        </p:spPr>
      </p:pic>
      <p:pic>
        <p:nvPicPr>
          <p:cNvPr id="29" name="SK-3-img-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48446" y="4983659"/>
            <a:ext cx="261937" cy="213420"/>
          </a:xfrm>
          <a:prstGeom prst="rect">
            <a:avLst/>
          </a:prstGeom>
        </p:spPr>
      </p:pic>
      <p:pic>
        <p:nvPicPr>
          <p:cNvPr id="30" name="SK-3-img-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05496" y="4659511"/>
            <a:ext cx="628650" cy="847725"/>
          </a:xfrm>
          <a:prstGeom prst="rect">
            <a:avLst/>
          </a:prstGeom>
        </p:spPr>
      </p:pic>
      <p:pic>
        <p:nvPicPr>
          <p:cNvPr id="31" name="SK-3-img-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500759" y="4754761"/>
            <a:ext cx="238125" cy="190500"/>
          </a:xfrm>
          <a:prstGeom prst="rect">
            <a:avLst/>
          </a:prstGeom>
        </p:spPr>
      </p:pic>
      <p:sp>
        <p:nvSpPr>
          <p:cNvPr id="32" name="SK-3-text-31"/>
          <p:cNvSpPr/>
          <p:nvPr/>
        </p:nvSpPr>
        <p:spPr>
          <a:xfrm>
            <a:off x="9740265" y="342900"/>
            <a:ext cx="181356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74C3C"/>
                </a:solidFill>
              </a:rPr>
              <a:t>تعريف البرنامج</a:t>
            </a:r>
            <a:endParaRPr lang="en-US" sz="2550" dirty="0"/>
          </a:p>
        </p:txBody>
      </p:sp>
      <p:sp>
        <p:nvSpPr>
          <p:cNvPr id="33" name="SK-3-text-32"/>
          <p:cNvSpPr/>
          <p:nvPr/>
        </p:nvSpPr>
        <p:spPr>
          <a:xfrm>
            <a:off x="10029825" y="1383953"/>
            <a:ext cx="1999272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30" dirty="0">
                <a:solidFill>
                  <a:srgbClr val="C39A4A"/>
                </a:solidFill>
              </a:rPr>
              <a:t>PMI Definition</a:t>
            </a:r>
            <a:endParaRPr lang="en-US" sz="1050" dirty="0"/>
          </a:p>
        </p:txBody>
      </p:sp>
      <p:sp>
        <p:nvSpPr>
          <p:cNvPr id="34" name="SK-3-text-33"/>
          <p:cNvSpPr/>
          <p:nvPr/>
        </p:nvSpPr>
        <p:spPr>
          <a:xfrm>
            <a:off x="7516118" y="1845915"/>
            <a:ext cx="4028182" cy="3219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C39A4A"/>
                </a:solidFill>
              </a:rPr>
              <a:t>Program</a:t>
            </a:r>
            <a:endParaRPr lang="en-US" sz="1950" dirty="0"/>
          </a:p>
        </p:txBody>
      </p:sp>
      <p:sp>
        <p:nvSpPr>
          <p:cNvPr id="35" name="SK-3-text-34"/>
          <p:cNvSpPr/>
          <p:nvPr/>
        </p:nvSpPr>
        <p:spPr>
          <a:xfrm>
            <a:off x="7639943" y="2301180"/>
            <a:ext cx="3904357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500" dirty="0">
                <a:solidFill>
                  <a:srgbClr val="E5D7BE"/>
                </a:solidFill>
              </a:rPr>
              <a:t>مجموعة من المشروعات المرتبطة تُدار بطريقة منسقة لتحقيق منافع لا يمكن الحصول عليها عند إدارة كل مشروع بصورة منفردة.</a:t>
            </a:r>
            <a:endParaRPr lang="en-US" sz="1500" dirty="0"/>
          </a:p>
        </p:txBody>
      </p:sp>
      <p:sp>
        <p:nvSpPr>
          <p:cNvPr id="36" name="SK-3-text-35"/>
          <p:cNvSpPr/>
          <p:nvPr/>
        </p:nvSpPr>
        <p:spPr>
          <a:xfrm>
            <a:off x="8886825" y="3387030"/>
            <a:ext cx="3305175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1050" dirty="0">
                <a:solidFill>
                  <a:srgbClr val="E5D7BE">
                    <a:alpha val="70000"/>
                  </a:srgbClr>
                </a:solidFill>
              </a:rPr>
              <a:t>PMI — Understanding Programs and Projects</a:t>
            </a:r>
            <a:endParaRPr lang="en-US" sz="1050" dirty="0"/>
          </a:p>
        </p:txBody>
      </p:sp>
      <p:sp>
        <p:nvSpPr>
          <p:cNvPr id="37" name="SK-3-text-36"/>
          <p:cNvSpPr/>
          <p:nvPr/>
        </p:nvSpPr>
        <p:spPr>
          <a:xfrm>
            <a:off x="226695" y="2029867"/>
            <a:ext cx="6994148" cy="2933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74C3C"/>
                </a:solidFill>
              </a:rPr>
              <a:t>الخصائص الأساسية للبرنامج</a:t>
            </a:r>
            <a:endParaRPr lang="en-US" sz="1650" dirty="0"/>
          </a:p>
        </p:txBody>
      </p:sp>
      <p:sp>
        <p:nvSpPr>
          <p:cNvPr id="38" name="SK-3-text-37"/>
          <p:cNvSpPr/>
          <p:nvPr/>
        </p:nvSpPr>
        <p:spPr>
          <a:xfrm>
            <a:off x="5487293" y="2649885"/>
            <a:ext cx="1200150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74C3C"/>
                </a:solidFill>
              </a:rPr>
              <a:t>مشروعات مترابطة</a:t>
            </a:r>
            <a:endParaRPr lang="en-US" sz="1350" dirty="0"/>
          </a:p>
        </p:txBody>
      </p:sp>
      <p:sp>
        <p:nvSpPr>
          <p:cNvPr id="39" name="SK-3-text-38"/>
          <p:cNvSpPr/>
          <p:nvPr/>
        </p:nvSpPr>
        <p:spPr>
          <a:xfrm>
            <a:off x="3858071" y="2970907"/>
            <a:ext cx="3210371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680"/>
              </a:lnSpc>
              <a:buNone/>
            </a:pPr>
            <a:r>
              <a:rPr lang="en-US" sz="1200" dirty="0">
                <a:solidFill>
                  <a:srgbClr val="24342E"/>
                </a:solidFill>
              </a:rPr>
              <a:t>يضم عدة مشروعات مترابطة تُدار معاً بصورة منسقة.</a:t>
            </a:r>
            <a:endParaRPr lang="en-US" sz="1200" dirty="0"/>
          </a:p>
        </p:txBody>
      </p:sp>
      <p:sp>
        <p:nvSpPr>
          <p:cNvPr id="40" name="SK-3-text-39"/>
          <p:cNvSpPr/>
          <p:nvPr/>
        </p:nvSpPr>
        <p:spPr>
          <a:xfrm>
            <a:off x="2286446" y="2649885"/>
            <a:ext cx="962025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74C3C"/>
                </a:solidFill>
              </a:rPr>
              <a:t>أنشطة مرتبطة</a:t>
            </a:r>
            <a:endParaRPr lang="en-US" sz="1350" dirty="0"/>
          </a:p>
        </p:txBody>
      </p:sp>
      <p:sp>
        <p:nvSpPr>
          <p:cNvPr id="41" name="SK-3-text-40"/>
          <p:cNvSpPr/>
          <p:nvPr/>
        </p:nvSpPr>
        <p:spPr>
          <a:xfrm>
            <a:off x="419100" y="2970907"/>
            <a:ext cx="3210371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680"/>
              </a:lnSpc>
              <a:buNone/>
            </a:pPr>
            <a:r>
              <a:rPr lang="en-US" sz="1200" dirty="0">
                <a:solidFill>
                  <a:srgbClr val="24342E"/>
                </a:solidFill>
              </a:rPr>
              <a:t>قد يشمل أنشطة لا تقع مباشرة ضمن نطاق مشروع واحد.</a:t>
            </a:r>
            <a:endParaRPr lang="en-US" sz="1200" dirty="0"/>
          </a:p>
        </p:txBody>
      </p:sp>
      <p:sp>
        <p:nvSpPr>
          <p:cNvPr id="42" name="SK-3-text-41"/>
          <p:cNvSpPr/>
          <p:nvPr/>
        </p:nvSpPr>
        <p:spPr>
          <a:xfrm>
            <a:off x="5220593" y="3606105"/>
            <a:ext cx="1466850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74C3C"/>
                </a:solidFill>
              </a:rPr>
              <a:t>تنسيق الاعتماد المتبادل</a:t>
            </a:r>
            <a:endParaRPr lang="en-US" sz="1350" dirty="0"/>
          </a:p>
        </p:txBody>
      </p:sp>
      <p:sp>
        <p:nvSpPr>
          <p:cNvPr id="43" name="SK-3-text-42"/>
          <p:cNvSpPr/>
          <p:nvPr/>
        </p:nvSpPr>
        <p:spPr>
          <a:xfrm>
            <a:off x="3858071" y="3927128"/>
            <a:ext cx="3210371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680"/>
              </a:lnSpc>
              <a:buNone/>
            </a:pPr>
            <a:r>
              <a:rPr lang="en-US" sz="1200" dirty="0">
                <a:solidFill>
                  <a:srgbClr val="24342E"/>
                </a:solidFill>
              </a:rPr>
              <a:t>ينسق الاعتماد المتبادل بين المشروعات لتفادي التعارض.</a:t>
            </a:r>
            <a:endParaRPr lang="en-US" sz="1200" dirty="0"/>
          </a:p>
        </p:txBody>
      </p:sp>
      <p:sp>
        <p:nvSpPr>
          <p:cNvPr id="44" name="SK-3-text-43"/>
          <p:cNvSpPr/>
          <p:nvPr/>
        </p:nvSpPr>
        <p:spPr>
          <a:xfrm>
            <a:off x="2238821" y="3606105"/>
            <a:ext cx="1009650" cy="22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74C3C"/>
                </a:solidFill>
              </a:rPr>
              <a:t>منافع استراتيجية</a:t>
            </a:r>
            <a:endParaRPr lang="en-US" sz="1350" dirty="0"/>
          </a:p>
        </p:txBody>
      </p:sp>
      <p:sp>
        <p:nvSpPr>
          <p:cNvPr id="45" name="SK-3-text-44"/>
          <p:cNvSpPr/>
          <p:nvPr/>
        </p:nvSpPr>
        <p:spPr>
          <a:xfrm>
            <a:off x="419100" y="3927128"/>
            <a:ext cx="3210371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680"/>
              </a:lnSpc>
              <a:buNone/>
            </a:pPr>
            <a:r>
              <a:rPr lang="en-US" sz="1200" dirty="0">
                <a:solidFill>
                  <a:srgbClr val="24342E"/>
                </a:solidFill>
              </a:rPr>
              <a:t>يركز على المنافع والنتائج الاستراتيجية المشتركة.</a:t>
            </a:r>
            <a:endParaRPr lang="en-US" sz="1200" dirty="0"/>
          </a:p>
        </p:txBody>
      </p:sp>
      <p:sp>
        <p:nvSpPr>
          <p:cNvPr id="46" name="SK-3-text-45"/>
          <p:cNvSpPr/>
          <p:nvPr/>
        </p:nvSpPr>
        <p:spPr>
          <a:xfrm>
            <a:off x="4581971" y="4726186"/>
            <a:ext cx="60007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575"/>
              </a:lnSpc>
              <a:buNone/>
            </a:pPr>
            <a:r>
              <a:rPr lang="en-US" sz="1050" dirty="0">
                <a:solidFill>
                  <a:srgbClr val="24342E"/>
                </a:solidFill>
              </a:rPr>
              <a:t>مشروع 1</a:t>
            </a:r>
            <a:endParaRPr lang="en-US" sz="1050" dirty="0"/>
          </a:p>
        </p:txBody>
      </p:sp>
      <p:sp>
        <p:nvSpPr>
          <p:cNvPr id="47" name="SK-3-text-46"/>
          <p:cNvSpPr/>
          <p:nvPr/>
        </p:nvSpPr>
        <p:spPr>
          <a:xfrm>
            <a:off x="4581971" y="4983361"/>
            <a:ext cx="60007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575"/>
              </a:lnSpc>
              <a:buNone/>
            </a:pPr>
            <a:r>
              <a:rPr lang="en-US" sz="1050" dirty="0">
                <a:solidFill>
                  <a:srgbClr val="24342E"/>
                </a:solidFill>
              </a:rPr>
              <a:t>مشروع 2</a:t>
            </a:r>
            <a:endParaRPr lang="en-US" sz="1050" dirty="0"/>
          </a:p>
        </p:txBody>
      </p:sp>
      <p:sp>
        <p:nvSpPr>
          <p:cNvPr id="48" name="SK-3-text-47"/>
          <p:cNvSpPr/>
          <p:nvPr/>
        </p:nvSpPr>
        <p:spPr>
          <a:xfrm>
            <a:off x="4581971" y="5240536"/>
            <a:ext cx="60007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575"/>
              </a:lnSpc>
              <a:buNone/>
            </a:pPr>
            <a:r>
              <a:rPr lang="en-US" sz="1050" dirty="0">
                <a:solidFill>
                  <a:srgbClr val="24342E"/>
                </a:solidFill>
              </a:rPr>
              <a:t>مشروع 3</a:t>
            </a:r>
            <a:endParaRPr lang="en-US" sz="1050" dirty="0"/>
          </a:p>
        </p:txBody>
      </p:sp>
      <p:sp>
        <p:nvSpPr>
          <p:cNvPr id="49" name="SK-3-text-48"/>
          <p:cNvSpPr/>
          <p:nvPr/>
        </p:nvSpPr>
        <p:spPr>
          <a:xfrm>
            <a:off x="3605659" y="4883348"/>
            <a:ext cx="4953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74C3C"/>
                </a:solidFill>
              </a:rPr>
              <a:t>البرنامج</a:t>
            </a:r>
            <a:endParaRPr lang="en-US" sz="1050" dirty="0"/>
          </a:p>
          <a:p>
            <a:pPr marL="0" indent="0" algn="ctr" rtl="1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74C3C"/>
                </a:solidFill>
              </a:rPr>
              <a:t>Program</a:t>
            </a:r>
            <a:endParaRPr lang="en-US" sz="1050" dirty="0"/>
          </a:p>
        </p:txBody>
      </p:sp>
      <p:sp>
        <p:nvSpPr>
          <p:cNvPr id="50" name="SK-3-text-49"/>
          <p:cNvSpPr/>
          <p:nvPr/>
        </p:nvSpPr>
        <p:spPr>
          <a:xfrm>
            <a:off x="2457896" y="4983361"/>
            <a:ext cx="3238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</a:rPr>
              <a:t>منفعة</a:t>
            </a:r>
            <a:endParaRPr lang="en-US" sz="1125" dirty="0"/>
          </a:p>
          <a:p>
            <a:pPr marL="0" indent="0" algn="ctr" rtl="1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</a:rPr>
              <a:t>مشتركة</a:t>
            </a:r>
            <a:endParaRPr lang="en-US" sz="112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1C6FE-2D33-C2BE-2739-8D10AE741A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598"/>
            <a:ext cx="12192000" cy="5133976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90599"/>
            <a:ext cx="12192000" cy="5133976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461963"/>
            <a:ext cx="38100" cy="323850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981075"/>
            <a:ext cx="11049000" cy="9525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0" y="1276350"/>
            <a:ext cx="4572000" cy="4591050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0" y="1276350"/>
            <a:ext cx="4572000" cy="657225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2800" y="2047875"/>
            <a:ext cx="4343400" cy="926306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34725" y="2200275"/>
            <a:ext cx="228600" cy="171450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2800" y="2974181"/>
            <a:ext cx="4343400" cy="926306"/>
          </a:xfrm>
          <a:prstGeom prst="rect">
            <a:avLst/>
          </a:prstGeom>
        </p:spPr>
      </p:pic>
      <p:pic>
        <p:nvPicPr>
          <p:cNvPr id="11" name="SK-4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34725" y="3126581"/>
            <a:ext cx="228600" cy="171450"/>
          </a:xfrm>
          <a:prstGeom prst="rect">
            <a:avLst/>
          </a:prstGeom>
        </p:spPr>
      </p:pic>
      <p:pic>
        <p:nvPicPr>
          <p:cNvPr id="12" name="SK-4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2800" y="3900488"/>
            <a:ext cx="4343400" cy="926306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34725" y="4052888"/>
            <a:ext cx="228600" cy="171450"/>
          </a:xfrm>
          <a:prstGeom prst="rect">
            <a:avLst/>
          </a:prstGeom>
        </p:spPr>
      </p:pic>
      <p:pic>
        <p:nvPicPr>
          <p:cNvPr id="14" name="SK-4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34725" y="4979194"/>
            <a:ext cx="228600" cy="171450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81688" y="2082701"/>
            <a:ext cx="428625" cy="428625"/>
          </a:xfrm>
          <a:prstGeom prst="rect">
            <a:avLst/>
          </a:prstGeom>
        </p:spPr>
      </p:pic>
      <p:pic>
        <p:nvPicPr>
          <p:cNvPr id="16" name="SK-4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76938" y="2201763"/>
            <a:ext cx="238125" cy="190500"/>
          </a:xfrm>
          <a:prstGeom prst="rect">
            <a:avLst/>
          </a:prstGeom>
        </p:spPr>
      </p:pic>
      <p:pic>
        <p:nvPicPr>
          <p:cNvPr id="17" name="SK-4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1238" y="3285976"/>
            <a:ext cx="9525" cy="952500"/>
          </a:xfrm>
          <a:prstGeom prst="rect">
            <a:avLst/>
          </a:prstGeom>
        </p:spPr>
      </p:pic>
      <p:pic>
        <p:nvPicPr>
          <p:cNvPr id="18" name="SK-4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81688" y="4708327"/>
            <a:ext cx="428625" cy="428625"/>
          </a:xfrm>
          <a:prstGeom prst="rect">
            <a:avLst/>
          </a:prstGeom>
        </p:spPr>
      </p:pic>
      <p:pic>
        <p:nvPicPr>
          <p:cNvPr id="19" name="SK-4-img-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76938" y="4827389"/>
            <a:ext cx="238125" cy="190500"/>
          </a:xfrm>
          <a:prstGeom prst="rect">
            <a:avLst/>
          </a:prstGeom>
        </p:spPr>
      </p:pic>
      <p:pic>
        <p:nvPicPr>
          <p:cNvPr id="20" name="SK-4-img-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76350"/>
            <a:ext cx="4572000" cy="4591050"/>
          </a:xfrm>
          <a:prstGeom prst="rect">
            <a:avLst/>
          </a:prstGeom>
        </p:spPr>
      </p:pic>
      <p:pic>
        <p:nvPicPr>
          <p:cNvPr id="21" name="SK-4-img-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276350"/>
            <a:ext cx="4572000" cy="657225"/>
          </a:xfrm>
          <a:prstGeom prst="rect">
            <a:avLst/>
          </a:prstGeom>
        </p:spPr>
      </p:pic>
      <p:pic>
        <p:nvPicPr>
          <p:cNvPr id="22" name="SK-4-img-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2047875"/>
            <a:ext cx="4343400" cy="888355"/>
          </a:xfrm>
          <a:prstGeom prst="rect">
            <a:avLst/>
          </a:prstGeom>
        </p:spPr>
      </p:pic>
      <p:pic>
        <p:nvPicPr>
          <p:cNvPr id="23" name="SK-4-img-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7725" y="2200275"/>
            <a:ext cx="228600" cy="171450"/>
          </a:xfrm>
          <a:prstGeom prst="rect">
            <a:avLst/>
          </a:prstGeom>
        </p:spPr>
      </p:pic>
      <p:pic>
        <p:nvPicPr>
          <p:cNvPr id="24" name="SK-4-img-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2936230"/>
            <a:ext cx="4343400" cy="1040011"/>
          </a:xfrm>
          <a:prstGeom prst="rect">
            <a:avLst/>
          </a:prstGeom>
        </p:spPr>
      </p:pic>
      <p:pic>
        <p:nvPicPr>
          <p:cNvPr id="25" name="SK-4-img-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57725" y="3088630"/>
            <a:ext cx="228600" cy="171450"/>
          </a:xfrm>
          <a:prstGeom prst="rect">
            <a:avLst/>
          </a:prstGeom>
        </p:spPr>
      </p:pic>
      <p:pic>
        <p:nvPicPr>
          <p:cNvPr id="26" name="SK-4-img-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3976241"/>
            <a:ext cx="4343400" cy="888355"/>
          </a:xfrm>
          <a:prstGeom prst="rect">
            <a:avLst/>
          </a:prstGeom>
        </p:spPr>
      </p:pic>
      <p:pic>
        <p:nvPicPr>
          <p:cNvPr id="27" name="SK-4-img-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57725" y="4128641"/>
            <a:ext cx="228600" cy="171450"/>
          </a:xfrm>
          <a:prstGeom prst="rect">
            <a:avLst/>
          </a:prstGeom>
        </p:spPr>
      </p:pic>
      <p:pic>
        <p:nvPicPr>
          <p:cNvPr id="28" name="SK-4-img-2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57725" y="5016996"/>
            <a:ext cx="228600" cy="171450"/>
          </a:xfrm>
          <a:prstGeom prst="rect">
            <a:avLst/>
          </a:prstGeom>
        </p:spPr>
      </p:pic>
      <p:sp>
        <p:nvSpPr>
          <p:cNvPr id="30" name="SK-4-text-29"/>
          <p:cNvSpPr/>
          <p:nvPr/>
        </p:nvSpPr>
        <p:spPr>
          <a:xfrm>
            <a:off x="8578215" y="381000"/>
            <a:ext cx="286131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3825"/>
              </a:lnSpc>
              <a:buNone/>
            </a:pPr>
            <a:r>
              <a:rPr lang="en-US" sz="2550" b="1" dirty="0">
                <a:solidFill>
                  <a:srgbClr val="174C3C"/>
                </a:solidFill>
              </a:rPr>
              <a:t>المفهوم والهدف والنطاق</a:t>
            </a:r>
            <a:endParaRPr lang="en-US" sz="2550" dirty="0"/>
          </a:p>
        </p:txBody>
      </p:sp>
      <p:sp>
        <p:nvSpPr>
          <p:cNvPr id="31" name="SK-4-text-30"/>
          <p:cNvSpPr/>
          <p:nvPr/>
        </p:nvSpPr>
        <p:spPr>
          <a:xfrm>
            <a:off x="7177088" y="1419225"/>
            <a:ext cx="4314825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3E7763"/>
                </a:solidFill>
              </a:rPr>
              <a:t>المشروع (Project)</a:t>
            </a:r>
            <a:endParaRPr lang="en-US" sz="1950" dirty="0"/>
          </a:p>
        </p:txBody>
      </p:sp>
      <p:sp>
        <p:nvSpPr>
          <p:cNvPr id="32" name="SK-4-text-31"/>
          <p:cNvSpPr/>
          <p:nvPr/>
        </p:nvSpPr>
        <p:spPr>
          <a:xfrm>
            <a:off x="10420350" y="2143125"/>
            <a:ext cx="6191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74C3C"/>
                </a:solidFill>
              </a:rPr>
              <a:t>المفهوم</a:t>
            </a:r>
            <a:endParaRPr lang="en-US" sz="1500" dirty="0"/>
          </a:p>
        </p:txBody>
      </p:sp>
      <p:sp>
        <p:nvSpPr>
          <p:cNvPr id="33" name="SK-4-text-32"/>
          <p:cNvSpPr/>
          <p:nvPr/>
        </p:nvSpPr>
        <p:spPr>
          <a:xfrm>
            <a:off x="7100888" y="2486025"/>
            <a:ext cx="3938588" cy="2533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995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جهد مؤقت يُنفذ لإنشاء مخرج محدد وفريد.</a:t>
            </a:r>
            <a:endParaRPr lang="en-US" sz="1425" dirty="0"/>
          </a:p>
        </p:txBody>
      </p:sp>
      <p:sp>
        <p:nvSpPr>
          <p:cNvPr id="34" name="SK-4-text-33"/>
          <p:cNvSpPr/>
          <p:nvPr/>
        </p:nvSpPr>
        <p:spPr>
          <a:xfrm>
            <a:off x="9839325" y="3069431"/>
            <a:ext cx="12001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74C3C"/>
                </a:solidFill>
              </a:rPr>
              <a:t>الهدف الأساسي</a:t>
            </a:r>
            <a:endParaRPr lang="en-US" sz="1500" dirty="0"/>
          </a:p>
        </p:txBody>
      </p:sp>
      <p:sp>
        <p:nvSpPr>
          <p:cNvPr id="35" name="SK-4-text-34"/>
          <p:cNvSpPr/>
          <p:nvPr/>
        </p:nvSpPr>
        <p:spPr>
          <a:xfrm>
            <a:off x="7100888" y="3412331"/>
            <a:ext cx="3938588" cy="2533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995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إنجاز المخرج النهائي وفق المتطلبات والمعايير المحددة.</a:t>
            </a:r>
            <a:endParaRPr lang="en-US" sz="1425" dirty="0"/>
          </a:p>
        </p:txBody>
      </p:sp>
      <p:sp>
        <p:nvSpPr>
          <p:cNvPr id="36" name="SK-4-text-35"/>
          <p:cNvSpPr/>
          <p:nvPr/>
        </p:nvSpPr>
        <p:spPr>
          <a:xfrm>
            <a:off x="10420350" y="3995738"/>
            <a:ext cx="6191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74C3C"/>
                </a:solidFill>
              </a:rPr>
              <a:t>النطاق</a:t>
            </a:r>
            <a:endParaRPr lang="en-US" sz="1500" dirty="0"/>
          </a:p>
        </p:txBody>
      </p:sp>
      <p:sp>
        <p:nvSpPr>
          <p:cNvPr id="37" name="SK-4-text-36"/>
          <p:cNvSpPr/>
          <p:nvPr/>
        </p:nvSpPr>
        <p:spPr>
          <a:xfrm>
            <a:off x="7100888" y="4338638"/>
            <a:ext cx="3938588" cy="2533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995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محدد ومركّز بدقة على منتج أو خدمة أو نتيجة معينة.</a:t>
            </a:r>
            <a:endParaRPr lang="en-US" sz="1425" dirty="0"/>
          </a:p>
        </p:txBody>
      </p:sp>
      <p:sp>
        <p:nvSpPr>
          <p:cNvPr id="38" name="SK-4-text-37"/>
          <p:cNvSpPr/>
          <p:nvPr/>
        </p:nvSpPr>
        <p:spPr>
          <a:xfrm>
            <a:off x="10248900" y="4922044"/>
            <a:ext cx="79057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74C3C"/>
                </a:solidFill>
              </a:rPr>
              <a:t>المكونات</a:t>
            </a:r>
            <a:endParaRPr lang="en-US" sz="1500" dirty="0"/>
          </a:p>
        </p:txBody>
      </p:sp>
      <p:sp>
        <p:nvSpPr>
          <p:cNvPr id="39" name="SK-4-text-38"/>
          <p:cNvSpPr/>
          <p:nvPr/>
        </p:nvSpPr>
        <p:spPr>
          <a:xfrm>
            <a:off x="7100888" y="5264944"/>
            <a:ext cx="3938588" cy="2533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995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يتكون من أنشطة، مهام متسلسلة، وحزم عمل فنية.</a:t>
            </a:r>
            <a:endParaRPr lang="en-US" sz="1425" dirty="0"/>
          </a:p>
        </p:txBody>
      </p:sp>
      <p:sp>
        <p:nvSpPr>
          <p:cNvPr id="40" name="SK-4-text-39"/>
          <p:cNvSpPr/>
          <p:nvPr/>
        </p:nvSpPr>
        <p:spPr>
          <a:xfrm>
            <a:off x="5867400" y="2558951"/>
            <a:ext cx="4572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74C3C"/>
                </a:solidFill>
              </a:rPr>
              <a:t>المقارنة</a:t>
            </a:r>
            <a:endParaRPr lang="en-US" sz="1350" dirty="0"/>
          </a:p>
        </p:txBody>
      </p:sp>
      <p:sp>
        <p:nvSpPr>
          <p:cNvPr id="41" name="SK-4-text-40"/>
          <p:cNvSpPr/>
          <p:nvPr/>
        </p:nvSpPr>
        <p:spPr>
          <a:xfrm>
            <a:off x="5834062" y="5184577"/>
            <a:ext cx="461963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74C3C"/>
                </a:solidFill>
              </a:rPr>
              <a:t>المحاور</a:t>
            </a:r>
            <a:endParaRPr lang="en-US" sz="1350" dirty="0"/>
          </a:p>
        </p:txBody>
      </p:sp>
      <p:sp>
        <p:nvSpPr>
          <p:cNvPr id="42" name="SK-4-text-41"/>
          <p:cNvSpPr/>
          <p:nvPr/>
        </p:nvSpPr>
        <p:spPr>
          <a:xfrm>
            <a:off x="700088" y="1419225"/>
            <a:ext cx="4314825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174C3C"/>
                </a:solidFill>
              </a:rPr>
              <a:t>البرنامج (Program)</a:t>
            </a:r>
            <a:endParaRPr lang="en-US" sz="1950" dirty="0"/>
          </a:p>
        </p:txBody>
      </p:sp>
      <p:sp>
        <p:nvSpPr>
          <p:cNvPr id="43" name="SK-4-text-42"/>
          <p:cNvSpPr/>
          <p:nvPr/>
        </p:nvSpPr>
        <p:spPr>
          <a:xfrm>
            <a:off x="3943350" y="2143125"/>
            <a:ext cx="6191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74C3C"/>
                </a:solidFill>
              </a:rPr>
              <a:t>المفهوم</a:t>
            </a:r>
            <a:endParaRPr lang="en-US" sz="1500" dirty="0"/>
          </a:p>
        </p:txBody>
      </p:sp>
      <p:sp>
        <p:nvSpPr>
          <p:cNvPr id="44" name="SK-4-text-43"/>
          <p:cNvSpPr/>
          <p:nvPr/>
        </p:nvSpPr>
        <p:spPr>
          <a:xfrm>
            <a:off x="623888" y="2486025"/>
            <a:ext cx="3938588" cy="2533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995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مجموعة مشروعات مترابطة تُدار بصورة منسقة وتكاملية.</a:t>
            </a:r>
            <a:endParaRPr lang="en-US" sz="1425" dirty="0"/>
          </a:p>
        </p:txBody>
      </p:sp>
      <p:sp>
        <p:nvSpPr>
          <p:cNvPr id="45" name="SK-4-text-44"/>
          <p:cNvSpPr/>
          <p:nvPr/>
        </p:nvSpPr>
        <p:spPr>
          <a:xfrm>
            <a:off x="3362325" y="3031480"/>
            <a:ext cx="12001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74C3C"/>
                </a:solidFill>
              </a:rPr>
              <a:t>الهدف الأساسي</a:t>
            </a:r>
            <a:endParaRPr lang="en-US" sz="1500" dirty="0"/>
          </a:p>
        </p:txBody>
      </p:sp>
      <p:sp>
        <p:nvSpPr>
          <p:cNvPr id="46" name="SK-4-text-45"/>
          <p:cNvSpPr/>
          <p:nvPr/>
        </p:nvSpPr>
        <p:spPr>
          <a:xfrm>
            <a:off x="828675" y="3374380"/>
            <a:ext cx="3733800" cy="5066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995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تحقيق منافع استراتيجية مشتركة تتجاوز مخرجات المشروعات الفردية.</a:t>
            </a:r>
            <a:endParaRPr lang="en-US" sz="1425" dirty="0"/>
          </a:p>
        </p:txBody>
      </p:sp>
      <p:sp>
        <p:nvSpPr>
          <p:cNvPr id="47" name="SK-4-text-46"/>
          <p:cNvSpPr/>
          <p:nvPr/>
        </p:nvSpPr>
        <p:spPr>
          <a:xfrm>
            <a:off x="3943350" y="4071491"/>
            <a:ext cx="6191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74C3C"/>
                </a:solidFill>
              </a:rPr>
              <a:t>النطاق</a:t>
            </a:r>
            <a:endParaRPr lang="en-US" sz="1500" dirty="0"/>
          </a:p>
        </p:txBody>
      </p:sp>
      <p:sp>
        <p:nvSpPr>
          <p:cNvPr id="48" name="SK-4-text-47"/>
          <p:cNvSpPr/>
          <p:nvPr/>
        </p:nvSpPr>
        <p:spPr>
          <a:xfrm>
            <a:off x="623888" y="4414391"/>
            <a:ext cx="3938588" cy="2533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995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نطاق أوسع يشمل عدة مشروعات وأنشطة تشغيلية مرتبطة.</a:t>
            </a:r>
            <a:endParaRPr lang="en-US" sz="1425" dirty="0"/>
          </a:p>
        </p:txBody>
      </p:sp>
      <p:sp>
        <p:nvSpPr>
          <p:cNvPr id="49" name="SK-4-text-48"/>
          <p:cNvSpPr/>
          <p:nvPr/>
        </p:nvSpPr>
        <p:spPr>
          <a:xfrm>
            <a:off x="3771900" y="4959846"/>
            <a:ext cx="79057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74C3C"/>
                </a:solidFill>
              </a:rPr>
              <a:t>المكونات</a:t>
            </a:r>
            <a:endParaRPr lang="en-US" sz="1500" dirty="0"/>
          </a:p>
        </p:txBody>
      </p:sp>
      <p:sp>
        <p:nvSpPr>
          <p:cNvPr id="50" name="SK-4-text-49"/>
          <p:cNvSpPr/>
          <p:nvPr/>
        </p:nvSpPr>
        <p:spPr>
          <a:xfrm>
            <a:off x="623888" y="5302746"/>
            <a:ext cx="3938588" cy="2533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995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يضم مشروعات تابعة، مكونات برنامج، وأنشطة داعمة.</a:t>
            </a:r>
            <a:endParaRPr lang="en-US" sz="1425" dirty="0"/>
          </a:p>
        </p:txBody>
      </p:sp>
      <p:sp>
        <p:nvSpPr>
          <p:cNvPr id="51" name="SK-4-text-50"/>
          <p:cNvSpPr/>
          <p:nvPr/>
        </p:nvSpPr>
        <p:spPr>
          <a:xfrm>
            <a:off x="280036" y="559743"/>
            <a:ext cx="3333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 rtl="1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E7763"/>
                </a:solidFill>
              </a:rPr>
              <a:t>المصدر: معهد إدارة المشاريع PMI — دليل إدارة البرامج والمشاريع.</a:t>
            </a:r>
            <a:endParaRPr lang="en-US" sz="12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C6B9CE88-881A-1E0A-A6F5-17814F237B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2036"/>
            <a:ext cx="12192000" cy="5124452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2400" y="461963"/>
            <a:ext cx="38100" cy="323850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81075"/>
            <a:ext cx="11049000" cy="9525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638300"/>
            <a:ext cx="4762500" cy="600075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38300"/>
            <a:ext cx="4762500" cy="600075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2524125"/>
            <a:ext cx="4762500" cy="1060400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7400" y="2658963"/>
            <a:ext cx="457200" cy="457200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5031" y="2780854"/>
            <a:ext cx="261937" cy="213420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2524125"/>
            <a:ext cx="4762500" cy="1060400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3775025"/>
            <a:ext cx="4762500" cy="1060400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7400" y="3909864"/>
            <a:ext cx="457200" cy="457200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5031" y="4031754"/>
            <a:ext cx="261937" cy="213420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775025"/>
            <a:ext cx="4762500" cy="1060400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0" y="5025926"/>
            <a:ext cx="4762500" cy="1060400"/>
          </a:xfrm>
          <a:prstGeom prst="rect">
            <a:avLst/>
          </a:prstGeom>
        </p:spPr>
      </p:pic>
      <p:pic>
        <p:nvPicPr>
          <p:cNvPr id="17" name="SK-5-img-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7400" y="5160764"/>
            <a:ext cx="457200" cy="457200"/>
          </a:xfrm>
          <a:prstGeom prst="rect">
            <a:avLst/>
          </a:prstGeom>
        </p:spPr>
      </p:pic>
      <p:pic>
        <p:nvPicPr>
          <p:cNvPr id="18" name="SK-5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65031" y="5282654"/>
            <a:ext cx="261937" cy="213420"/>
          </a:xfrm>
          <a:prstGeom prst="rect">
            <a:avLst/>
          </a:prstGeom>
        </p:spPr>
      </p:pic>
      <p:pic>
        <p:nvPicPr>
          <p:cNvPr id="19" name="SK-5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5025926"/>
            <a:ext cx="4762500" cy="1060400"/>
          </a:xfrm>
          <a:prstGeom prst="rect">
            <a:avLst/>
          </a:prstGeom>
        </p:spPr>
      </p:pic>
      <p:pic>
        <p:nvPicPr>
          <p:cNvPr id="20" name="SK-5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6367463"/>
            <a:ext cx="952500" cy="19050"/>
          </a:xfrm>
          <a:prstGeom prst="rect">
            <a:avLst/>
          </a:prstGeom>
        </p:spPr>
      </p:pic>
      <p:sp>
        <p:nvSpPr>
          <p:cNvPr id="21" name="SK-5-text-20"/>
          <p:cNvSpPr/>
          <p:nvPr/>
        </p:nvSpPr>
        <p:spPr>
          <a:xfrm>
            <a:off x="8016240" y="381000"/>
            <a:ext cx="342328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3825"/>
              </a:lnSpc>
              <a:buNone/>
            </a:pPr>
            <a:r>
              <a:rPr lang="en-US" sz="2550" b="1" dirty="0">
                <a:solidFill>
                  <a:srgbClr val="174C3C"/>
                </a:solidFill>
              </a:rPr>
              <a:t>المدة ومحور الاهتمام والإدارة</a:t>
            </a:r>
            <a:endParaRPr lang="en-US" sz="2550" dirty="0"/>
          </a:p>
        </p:txBody>
      </p:sp>
      <p:sp>
        <p:nvSpPr>
          <p:cNvPr id="22" name="SK-5-text-21"/>
          <p:cNvSpPr/>
          <p:nvPr/>
        </p:nvSpPr>
        <p:spPr>
          <a:xfrm>
            <a:off x="361950" y="1066800"/>
            <a:ext cx="112585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250"/>
              </a:lnSpc>
              <a:buNone/>
            </a:pPr>
            <a:r>
              <a:rPr lang="en-US" sz="1500" dirty="0">
                <a:solidFill>
                  <a:srgbClr val="3E7763"/>
                </a:solidFill>
              </a:rPr>
              <a:t>توضيح الفرق في الجدول الزمني، والتركيز، وأدوار القيادة بين المشروع والبرنامج</a:t>
            </a:r>
            <a:endParaRPr lang="en-US" sz="1500" dirty="0"/>
          </a:p>
        </p:txBody>
      </p:sp>
      <p:sp>
        <p:nvSpPr>
          <p:cNvPr id="23" name="SK-5-text-22"/>
          <p:cNvSpPr/>
          <p:nvPr/>
        </p:nvSpPr>
        <p:spPr>
          <a:xfrm>
            <a:off x="6796088" y="1638300"/>
            <a:ext cx="4657725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FFFFF"/>
                </a:solidFill>
              </a:rPr>
              <a:t>المشروع (Project)</a:t>
            </a:r>
            <a:endParaRPr lang="en-US" sz="1950" dirty="0"/>
          </a:p>
        </p:txBody>
      </p:sp>
      <p:sp>
        <p:nvSpPr>
          <p:cNvPr id="24" name="SK-5-text-23"/>
          <p:cNvSpPr/>
          <p:nvPr/>
        </p:nvSpPr>
        <p:spPr>
          <a:xfrm>
            <a:off x="509587" y="1638300"/>
            <a:ext cx="4657725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FFFFFF"/>
                </a:solidFill>
              </a:rPr>
              <a:t>البرنامج (Program)</a:t>
            </a:r>
            <a:endParaRPr lang="en-US" sz="1950" dirty="0"/>
          </a:p>
        </p:txBody>
      </p:sp>
      <p:sp>
        <p:nvSpPr>
          <p:cNvPr id="25" name="SK-5-text-24"/>
          <p:cNvSpPr/>
          <p:nvPr/>
        </p:nvSpPr>
        <p:spPr>
          <a:xfrm>
            <a:off x="7867650" y="2901851"/>
            <a:ext cx="35623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500" dirty="0">
                <a:solidFill>
                  <a:srgbClr val="24342E"/>
                </a:solidFill>
              </a:rPr>
              <a:t>مؤقت بطبيعته، وله </a:t>
            </a:r>
            <a:r>
              <a:rPr lang="en-US" sz="1500" b="1" dirty="0">
                <a:solidFill>
                  <a:srgbClr val="24342E"/>
                </a:solidFill>
              </a:rPr>
              <a:t>بداية ونهاية</a:t>
            </a:r>
            <a:r>
              <a:rPr lang="en-US" sz="1500" dirty="0">
                <a:solidFill>
                  <a:srgbClr val="24342E"/>
                </a:solidFill>
              </a:rPr>
              <a:t> واضحتان ومحددتان زمنياً.</a:t>
            </a:r>
            <a:endParaRPr lang="en-US" sz="1500" dirty="0"/>
          </a:p>
        </p:txBody>
      </p:sp>
      <p:sp>
        <p:nvSpPr>
          <p:cNvPr id="26" name="SK-5-text-25"/>
          <p:cNvSpPr/>
          <p:nvPr/>
        </p:nvSpPr>
        <p:spPr>
          <a:xfrm>
            <a:off x="5738813" y="3192363"/>
            <a:ext cx="7143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74C3C"/>
                </a:solidFill>
              </a:rPr>
              <a:t>المدة الزمنية</a:t>
            </a:r>
            <a:endParaRPr lang="en-US" sz="1350" dirty="0"/>
          </a:p>
        </p:txBody>
      </p:sp>
      <p:sp>
        <p:nvSpPr>
          <p:cNvPr id="27" name="SK-5-text-26"/>
          <p:cNvSpPr/>
          <p:nvPr/>
        </p:nvSpPr>
        <p:spPr>
          <a:xfrm>
            <a:off x="762000" y="2749451"/>
            <a:ext cx="43815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500" dirty="0">
                <a:solidFill>
                  <a:srgbClr val="24342E"/>
                </a:solidFill>
              </a:rPr>
              <a:t>تمتد مدته وفقاً للجدول الزمني </a:t>
            </a:r>
            <a:r>
              <a:rPr lang="en-US" sz="1500" b="1" dirty="0">
                <a:solidFill>
                  <a:srgbClr val="24342E"/>
                </a:solidFill>
              </a:rPr>
              <a:t>لتحقيق المنافع</a:t>
            </a:r>
            <a:r>
              <a:rPr lang="en-US" sz="1500" dirty="0">
                <a:solidFill>
                  <a:srgbClr val="24342E"/>
                </a:solidFill>
              </a:rPr>
              <a:t> المستهدفة واستمرارية ترابط المشروعات التابعة.</a:t>
            </a:r>
            <a:endParaRPr lang="en-US" sz="1500" dirty="0"/>
          </a:p>
        </p:txBody>
      </p:sp>
      <p:sp>
        <p:nvSpPr>
          <p:cNvPr id="28" name="SK-5-text-27"/>
          <p:cNvSpPr/>
          <p:nvPr/>
        </p:nvSpPr>
        <p:spPr>
          <a:xfrm>
            <a:off x="7048500" y="4000351"/>
            <a:ext cx="43815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500" dirty="0">
                <a:solidFill>
                  <a:srgbClr val="24342E"/>
                </a:solidFill>
              </a:rPr>
              <a:t>التركيز الأساسي على </a:t>
            </a:r>
            <a:r>
              <a:rPr lang="en-US" sz="1500" b="1" dirty="0">
                <a:solidFill>
                  <a:srgbClr val="24342E"/>
                </a:solidFill>
              </a:rPr>
              <a:t>كفاءة تسليم المخرجات</a:t>
            </a:r>
            <a:r>
              <a:rPr lang="en-US" sz="1500" dirty="0">
                <a:solidFill>
                  <a:srgbClr val="24342E"/>
                </a:solidFill>
              </a:rPr>
              <a:t> المطلوبة ضمن قيود النطاق والجودة.</a:t>
            </a:r>
            <a:endParaRPr lang="en-US" sz="1500" dirty="0"/>
          </a:p>
        </p:txBody>
      </p:sp>
      <p:sp>
        <p:nvSpPr>
          <p:cNvPr id="29" name="SK-5-text-28"/>
          <p:cNvSpPr/>
          <p:nvPr/>
        </p:nvSpPr>
        <p:spPr>
          <a:xfrm>
            <a:off x="5691188" y="4443264"/>
            <a:ext cx="8096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74C3C"/>
                </a:solidFill>
              </a:rPr>
              <a:t>محور الاهتمام</a:t>
            </a:r>
            <a:endParaRPr lang="en-US" sz="1350" dirty="0"/>
          </a:p>
        </p:txBody>
      </p:sp>
      <p:sp>
        <p:nvSpPr>
          <p:cNvPr id="30" name="SK-5-text-29"/>
          <p:cNvSpPr/>
          <p:nvPr/>
        </p:nvSpPr>
        <p:spPr>
          <a:xfrm>
            <a:off x="762000" y="4000351"/>
            <a:ext cx="43815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500" dirty="0">
                <a:solidFill>
                  <a:srgbClr val="24342E"/>
                </a:solidFill>
              </a:rPr>
              <a:t>التركيز على </a:t>
            </a:r>
            <a:r>
              <a:rPr lang="en-US" sz="1500" b="1" dirty="0">
                <a:solidFill>
                  <a:srgbClr val="24342E"/>
                </a:solidFill>
              </a:rPr>
              <a:t>تنسيق المشروعات</a:t>
            </a:r>
            <a:r>
              <a:rPr lang="en-US" sz="1500" dirty="0">
                <a:solidFill>
                  <a:srgbClr val="24342E"/>
                </a:solidFill>
              </a:rPr>
              <a:t> المترابطة لضمان تحقيق المنافع والنتائج الاستراتيجية المشتركة.</a:t>
            </a:r>
            <a:endParaRPr lang="en-US" sz="1500" dirty="0"/>
          </a:p>
        </p:txBody>
      </p:sp>
      <p:sp>
        <p:nvSpPr>
          <p:cNvPr id="31" name="SK-5-text-30"/>
          <p:cNvSpPr/>
          <p:nvPr/>
        </p:nvSpPr>
        <p:spPr>
          <a:xfrm>
            <a:off x="7048500" y="5251252"/>
            <a:ext cx="43815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500" dirty="0">
                <a:solidFill>
                  <a:srgbClr val="24342E"/>
                </a:solidFill>
              </a:rPr>
              <a:t>يُدار بواسطة </a:t>
            </a:r>
            <a:r>
              <a:rPr lang="en-US" sz="1500" b="1" dirty="0">
                <a:solidFill>
                  <a:srgbClr val="24342E"/>
                </a:solidFill>
              </a:rPr>
              <a:t>مدير المشروع</a:t>
            </a:r>
            <a:r>
              <a:rPr lang="en-US" sz="1500" dirty="0">
                <a:solidFill>
                  <a:srgbClr val="24342E"/>
                </a:solidFill>
              </a:rPr>
              <a:t> الذي يركز على إدارة المهام والموارد المباشرة للمشروع.</a:t>
            </a:r>
            <a:endParaRPr lang="en-US" sz="1500" dirty="0"/>
          </a:p>
        </p:txBody>
      </p:sp>
      <p:sp>
        <p:nvSpPr>
          <p:cNvPr id="32" name="SK-5-text-31"/>
          <p:cNvSpPr/>
          <p:nvPr/>
        </p:nvSpPr>
        <p:spPr>
          <a:xfrm>
            <a:off x="5624513" y="5694164"/>
            <a:ext cx="9429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74C3C"/>
                </a:solidFill>
              </a:rPr>
              <a:t>الإدارة والقيادة</a:t>
            </a:r>
            <a:endParaRPr lang="en-US" sz="1350" dirty="0"/>
          </a:p>
        </p:txBody>
      </p:sp>
      <p:sp>
        <p:nvSpPr>
          <p:cNvPr id="33" name="SK-5-text-32"/>
          <p:cNvSpPr/>
          <p:nvPr/>
        </p:nvSpPr>
        <p:spPr>
          <a:xfrm>
            <a:off x="762000" y="5251252"/>
            <a:ext cx="43815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500" dirty="0">
                <a:solidFill>
                  <a:srgbClr val="24342E"/>
                </a:solidFill>
              </a:rPr>
              <a:t>يُدار بواسطة </a:t>
            </a:r>
            <a:r>
              <a:rPr lang="en-US" sz="1500" b="1" dirty="0">
                <a:solidFill>
                  <a:srgbClr val="24342E"/>
                </a:solidFill>
              </a:rPr>
              <a:t>مدير البرنامج</a:t>
            </a:r>
            <a:r>
              <a:rPr lang="en-US" sz="1500" dirty="0">
                <a:solidFill>
                  <a:srgbClr val="24342E"/>
                </a:solidFill>
              </a:rPr>
              <a:t> الذي يقوم بالتنسيق مع مديري المشروعات التابعة لضمان التكامل.</a:t>
            </a:r>
            <a:endParaRPr lang="en-US" sz="1500" dirty="0"/>
          </a:p>
        </p:txBody>
      </p:sp>
      <p:sp>
        <p:nvSpPr>
          <p:cNvPr id="34" name="SK-5-text-33"/>
          <p:cNvSpPr/>
          <p:nvPr/>
        </p:nvSpPr>
        <p:spPr>
          <a:xfrm>
            <a:off x="1428750" y="6276976"/>
            <a:ext cx="3216402" cy="185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3E7763"/>
                </a:solidFill>
              </a:rPr>
              <a:t>المصدر: PMI — Understanding Programs and Projects</a:t>
            </a:r>
            <a:endParaRPr lang="en-US" sz="105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2A848-7C18-CFE6-A116-2987B3F967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7274"/>
            <a:ext cx="12192000" cy="5124071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85847"/>
            <a:ext cx="12192000" cy="5095498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0" y="538163"/>
            <a:ext cx="38100" cy="323850"/>
          </a:xfrm>
          <a:prstGeom prst="rect">
            <a:avLst/>
          </a:prstGeom>
        </p:spPr>
      </p:pic>
      <p:pic>
        <p:nvPicPr>
          <p:cNvPr id="5" name="SK-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057275"/>
            <a:ext cx="10972800" cy="9525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0" y="1352550"/>
            <a:ext cx="4629150" cy="504825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0" y="2105025"/>
            <a:ext cx="4629150" cy="1200150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9963" y="2288828"/>
            <a:ext cx="261937" cy="213420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0" y="3457575"/>
            <a:ext cx="4629150" cy="1200150"/>
          </a:xfrm>
          <a:prstGeom prst="rect">
            <a:avLst/>
          </a:prstGeom>
        </p:spPr>
      </p:pic>
      <p:pic>
        <p:nvPicPr>
          <p:cNvPr id="10" name="SK-6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29963" y="3641378"/>
            <a:ext cx="261937" cy="213420"/>
          </a:xfrm>
          <a:prstGeom prst="rect">
            <a:avLst/>
          </a:prstGeom>
        </p:spPr>
      </p:pic>
      <p:pic>
        <p:nvPicPr>
          <p:cNvPr id="11" name="SK-6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3250" y="4810125"/>
            <a:ext cx="4629150" cy="1200150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29963" y="4993928"/>
            <a:ext cx="261937" cy="213420"/>
          </a:xfrm>
          <a:prstGeom prst="rect">
            <a:avLst/>
          </a:prstGeom>
        </p:spPr>
      </p:pic>
      <p:pic>
        <p:nvPicPr>
          <p:cNvPr id="13" name="SK-6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6475" y="1962150"/>
            <a:ext cx="19050" cy="1247775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57875" y="2181225"/>
            <a:ext cx="476250" cy="476250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76938" y="2324100"/>
            <a:ext cx="238125" cy="190500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6475" y="3362325"/>
            <a:ext cx="19050" cy="1247775"/>
          </a:xfrm>
          <a:prstGeom prst="rect">
            <a:avLst/>
          </a:prstGeom>
        </p:spPr>
      </p:pic>
      <p:pic>
        <p:nvPicPr>
          <p:cNvPr id="17" name="SK-6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57875" y="3450878"/>
            <a:ext cx="476250" cy="476250"/>
          </a:xfrm>
          <a:prstGeom prst="rect">
            <a:avLst/>
          </a:prstGeom>
        </p:spPr>
      </p:pic>
      <p:pic>
        <p:nvPicPr>
          <p:cNvPr id="18" name="SK-6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76938" y="3593753"/>
            <a:ext cx="238125" cy="190500"/>
          </a:xfrm>
          <a:prstGeom prst="rect">
            <a:avLst/>
          </a:prstGeom>
        </p:spPr>
      </p:pic>
      <p:pic>
        <p:nvPicPr>
          <p:cNvPr id="19" name="SK-6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4384328"/>
            <a:ext cx="166688" cy="137220"/>
          </a:xfrm>
          <a:prstGeom prst="rect">
            <a:avLst/>
          </a:prstGeom>
        </p:spPr>
      </p:pic>
      <p:pic>
        <p:nvPicPr>
          <p:cNvPr id="20" name="SK-6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29313" y="4384328"/>
            <a:ext cx="166688" cy="137220"/>
          </a:xfrm>
          <a:prstGeom prst="rect">
            <a:avLst/>
          </a:prstGeom>
        </p:spPr>
      </p:pic>
      <p:pic>
        <p:nvPicPr>
          <p:cNvPr id="21" name="SK-6-img-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6475" y="4762500"/>
            <a:ext cx="19050" cy="1247775"/>
          </a:xfrm>
          <a:prstGeom prst="rect">
            <a:avLst/>
          </a:prstGeom>
        </p:spPr>
      </p:pic>
      <p:pic>
        <p:nvPicPr>
          <p:cNvPr id="22" name="SK-6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57875" y="4981575"/>
            <a:ext cx="476250" cy="476250"/>
          </a:xfrm>
          <a:prstGeom prst="rect">
            <a:avLst/>
          </a:prstGeom>
        </p:spPr>
      </p:pic>
      <p:pic>
        <p:nvPicPr>
          <p:cNvPr id="23" name="SK-6-img-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76938" y="5124450"/>
            <a:ext cx="238125" cy="190500"/>
          </a:xfrm>
          <a:prstGeom prst="rect">
            <a:avLst/>
          </a:prstGeom>
        </p:spPr>
      </p:pic>
      <p:pic>
        <p:nvPicPr>
          <p:cNvPr id="24" name="SK-6-img-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" y="1352550"/>
            <a:ext cx="4629150" cy="504825"/>
          </a:xfrm>
          <a:prstGeom prst="rect">
            <a:avLst/>
          </a:prstGeom>
        </p:spPr>
      </p:pic>
      <p:pic>
        <p:nvPicPr>
          <p:cNvPr id="25" name="SK-6-img-2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105025"/>
            <a:ext cx="4629150" cy="1200150"/>
          </a:xfrm>
          <a:prstGeom prst="rect">
            <a:avLst/>
          </a:prstGeom>
        </p:spPr>
      </p:pic>
      <p:pic>
        <p:nvPicPr>
          <p:cNvPr id="26" name="SK-6-img-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86313" y="2288828"/>
            <a:ext cx="261937" cy="213420"/>
          </a:xfrm>
          <a:prstGeom prst="rect">
            <a:avLst/>
          </a:prstGeom>
        </p:spPr>
      </p:pic>
      <p:pic>
        <p:nvPicPr>
          <p:cNvPr id="27" name="SK-6-img-2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457575"/>
            <a:ext cx="4629150" cy="1200150"/>
          </a:xfrm>
          <a:prstGeom prst="rect">
            <a:avLst/>
          </a:prstGeom>
        </p:spPr>
      </p:pic>
      <p:pic>
        <p:nvPicPr>
          <p:cNvPr id="28" name="SK-6-img-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86313" y="3641378"/>
            <a:ext cx="261937" cy="213420"/>
          </a:xfrm>
          <a:prstGeom prst="rect">
            <a:avLst/>
          </a:prstGeom>
        </p:spPr>
      </p:pic>
      <p:pic>
        <p:nvPicPr>
          <p:cNvPr id="29" name="SK-6-img-2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810125"/>
            <a:ext cx="4629150" cy="1200150"/>
          </a:xfrm>
          <a:prstGeom prst="rect">
            <a:avLst/>
          </a:prstGeom>
        </p:spPr>
      </p:pic>
      <p:pic>
        <p:nvPicPr>
          <p:cNvPr id="30" name="SK-6-img-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786313" y="4993928"/>
            <a:ext cx="261937" cy="213420"/>
          </a:xfrm>
          <a:prstGeom prst="rect">
            <a:avLst/>
          </a:prstGeom>
        </p:spPr>
      </p:pic>
      <p:sp>
        <p:nvSpPr>
          <p:cNvPr id="31" name="SK-6-text-30"/>
          <p:cNvSpPr/>
          <p:nvPr/>
        </p:nvSpPr>
        <p:spPr>
          <a:xfrm>
            <a:off x="6758940" y="457200"/>
            <a:ext cx="464248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3825"/>
              </a:lnSpc>
              <a:buNone/>
            </a:pPr>
            <a:r>
              <a:rPr lang="en-US" sz="2550" b="1" dirty="0">
                <a:solidFill>
                  <a:srgbClr val="174C3C"/>
                </a:solidFill>
              </a:rPr>
              <a:t>مقياس النجاح والتغيير والارتباط بالمنظمة</a:t>
            </a:r>
            <a:endParaRPr lang="en-US" sz="2550" dirty="0"/>
          </a:p>
        </p:txBody>
      </p:sp>
      <p:sp>
        <p:nvSpPr>
          <p:cNvPr id="32" name="SK-6-text-31"/>
          <p:cNvSpPr/>
          <p:nvPr/>
        </p:nvSpPr>
        <p:spPr>
          <a:xfrm>
            <a:off x="6900863" y="1352550"/>
            <a:ext cx="4543425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6F1E7"/>
                </a:solidFill>
              </a:rPr>
              <a:t>المشروع (Project)</a:t>
            </a:r>
            <a:endParaRPr lang="en-US" sz="1650" dirty="0"/>
          </a:p>
        </p:txBody>
      </p:sp>
      <p:sp>
        <p:nvSpPr>
          <p:cNvPr id="33" name="SK-6-text-32"/>
          <p:cNvSpPr/>
          <p:nvPr/>
        </p:nvSpPr>
        <p:spPr>
          <a:xfrm>
            <a:off x="9842183" y="2238375"/>
            <a:ext cx="119253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3E7763"/>
                </a:solidFill>
              </a:rPr>
              <a:t>مقياس النجاح</a:t>
            </a:r>
            <a:endParaRPr lang="en-US" sz="1650" dirty="0"/>
          </a:p>
        </p:txBody>
      </p:sp>
      <p:sp>
        <p:nvSpPr>
          <p:cNvPr id="34" name="SK-6-text-33"/>
          <p:cNvSpPr/>
          <p:nvPr/>
        </p:nvSpPr>
        <p:spPr>
          <a:xfrm>
            <a:off x="7143750" y="2628900"/>
            <a:ext cx="4248150" cy="542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38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تحقيق النطاق والجودة والوقت والتكلفة والقيمة المطلوبة للمخرجات المحددة مسبقاً.</a:t>
            </a:r>
            <a:endParaRPr lang="en-US" sz="1425" dirty="0"/>
          </a:p>
        </p:txBody>
      </p:sp>
      <p:sp>
        <p:nvSpPr>
          <p:cNvPr id="35" name="SK-6-text-34"/>
          <p:cNvSpPr/>
          <p:nvPr/>
        </p:nvSpPr>
        <p:spPr>
          <a:xfrm>
            <a:off x="10023158" y="3590925"/>
            <a:ext cx="101155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3E7763"/>
                </a:solidFill>
              </a:rPr>
              <a:t>إدارة التغيير</a:t>
            </a:r>
            <a:endParaRPr lang="en-US" sz="1650" dirty="0"/>
          </a:p>
        </p:txBody>
      </p:sp>
      <p:sp>
        <p:nvSpPr>
          <p:cNvPr id="36" name="SK-6-text-35"/>
          <p:cNvSpPr/>
          <p:nvPr/>
        </p:nvSpPr>
        <p:spPr>
          <a:xfrm>
            <a:off x="7143750" y="3981450"/>
            <a:ext cx="4248150" cy="542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38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يُعالج التغيير ضمن حدود نطاق المشروع وتأثيراته على الموارد والجدول الزمني.</a:t>
            </a:r>
            <a:endParaRPr lang="en-US" sz="1425" dirty="0"/>
          </a:p>
        </p:txBody>
      </p:sp>
      <p:sp>
        <p:nvSpPr>
          <p:cNvPr id="37" name="SK-6-text-36"/>
          <p:cNvSpPr/>
          <p:nvPr/>
        </p:nvSpPr>
        <p:spPr>
          <a:xfrm>
            <a:off x="9670733" y="4943475"/>
            <a:ext cx="136398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3E7763"/>
                </a:solidFill>
              </a:rPr>
              <a:t>الارتباط بالمنظمة</a:t>
            </a:r>
            <a:endParaRPr lang="en-US" sz="1650" dirty="0"/>
          </a:p>
        </p:txBody>
      </p:sp>
      <p:sp>
        <p:nvSpPr>
          <p:cNvPr id="38" name="SK-6-text-37"/>
          <p:cNvSpPr/>
          <p:nvPr/>
        </p:nvSpPr>
        <p:spPr>
          <a:xfrm>
            <a:off x="7143750" y="5334000"/>
            <a:ext cx="4248150" cy="542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38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يساهم في أهداف محددة من خلال تسليم مخرجه الفريد الذي يدعم الكفاءة التشغيلية.</a:t>
            </a:r>
            <a:endParaRPr lang="en-US" sz="1425" dirty="0"/>
          </a:p>
        </p:txBody>
      </p:sp>
      <p:sp>
        <p:nvSpPr>
          <p:cNvPr id="39" name="SK-6-text-38"/>
          <p:cNvSpPr/>
          <p:nvPr/>
        </p:nvSpPr>
        <p:spPr>
          <a:xfrm>
            <a:off x="5876925" y="2733675"/>
            <a:ext cx="438150" cy="2571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74C3C"/>
                </a:solidFill>
              </a:rPr>
              <a:t>النجاح</a:t>
            </a:r>
            <a:endParaRPr lang="en-US" sz="1350" dirty="0"/>
          </a:p>
        </p:txBody>
      </p:sp>
      <p:sp>
        <p:nvSpPr>
          <p:cNvPr id="40" name="SK-6-text-39"/>
          <p:cNvSpPr/>
          <p:nvPr/>
        </p:nvSpPr>
        <p:spPr>
          <a:xfrm>
            <a:off x="5900738" y="4003328"/>
            <a:ext cx="390525" cy="2571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74C3C"/>
                </a:solidFill>
              </a:rPr>
              <a:t>التغيير</a:t>
            </a:r>
            <a:endParaRPr lang="en-US" sz="1350" dirty="0"/>
          </a:p>
        </p:txBody>
      </p:sp>
      <p:sp>
        <p:nvSpPr>
          <p:cNvPr id="41" name="SK-6-text-40"/>
          <p:cNvSpPr/>
          <p:nvPr/>
        </p:nvSpPr>
        <p:spPr>
          <a:xfrm>
            <a:off x="5757863" y="5534025"/>
            <a:ext cx="676275" cy="2571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74C3C"/>
                </a:solidFill>
              </a:rPr>
              <a:t>الاستراتيجية</a:t>
            </a:r>
            <a:endParaRPr lang="en-US" sz="1350" dirty="0"/>
          </a:p>
        </p:txBody>
      </p:sp>
      <p:sp>
        <p:nvSpPr>
          <p:cNvPr id="42" name="SK-6-text-41"/>
          <p:cNvSpPr/>
          <p:nvPr/>
        </p:nvSpPr>
        <p:spPr>
          <a:xfrm>
            <a:off x="557213" y="1352550"/>
            <a:ext cx="4543425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6F1E7"/>
                </a:solidFill>
              </a:rPr>
              <a:t>البرنامج (Program)</a:t>
            </a:r>
            <a:endParaRPr lang="en-US" sz="1650" dirty="0"/>
          </a:p>
        </p:txBody>
      </p:sp>
      <p:sp>
        <p:nvSpPr>
          <p:cNvPr id="43" name="SK-6-text-42"/>
          <p:cNvSpPr/>
          <p:nvPr/>
        </p:nvSpPr>
        <p:spPr>
          <a:xfrm>
            <a:off x="3498533" y="2238375"/>
            <a:ext cx="119253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74C3C"/>
                </a:solidFill>
              </a:rPr>
              <a:t>مقياس النجاح</a:t>
            </a:r>
            <a:endParaRPr lang="en-US" sz="1650" dirty="0"/>
          </a:p>
        </p:txBody>
      </p:sp>
      <p:sp>
        <p:nvSpPr>
          <p:cNvPr id="44" name="SK-6-text-43"/>
          <p:cNvSpPr/>
          <p:nvPr/>
        </p:nvSpPr>
        <p:spPr>
          <a:xfrm>
            <a:off x="800100" y="2628900"/>
            <a:ext cx="4248150" cy="542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38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تحقيق المنافع الاستراتيجية، والتكامل بين المشاريع، وإدارة الاعتماد المتبادل بفعالية.</a:t>
            </a:r>
            <a:endParaRPr lang="en-US" sz="1425" dirty="0"/>
          </a:p>
        </p:txBody>
      </p:sp>
      <p:sp>
        <p:nvSpPr>
          <p:cNvPr id="45" name="SK-6-text-44"/>
          <p:cNvSpPr/>
          <p:nvPr/>
        </p:nvSpPr>
        <p:spPr>
          <a:xfrm>
            <a:off x="3679508" y="3590925"/>
            <a:ext cx="101155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74C3C"/>
                </a:solidFill>
              </a:rPr>
              <a:t>إدارة التغيير</a:t>
            </a:r>
            <a:endParaRPr lang="en-US" sz="1650" dirty="0"/>
          </a:p>
        </p:txBody>
      </p:sp>
      <p:sp>
        <p:nvSpPr>
          <p:cNvPr id="46" name="SK-6-text-45"/>
          <p:cNvSpPr/>
          <p:nvPr/>
        </p:nvSpPr>
        <p:spPr>
          <a:xfrm>
            <a:off x="800100" y="3981450"/>
            <a:ext cx="4248150" cy="542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38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يعالج التغيير الأوسع وآثاره في المشروعات التابعة والجهات التنظيمية المختلفة.</a:t>
            </a:r>
            <a:endParaRPr lang="en-US" sz="1425" dirty="0"/>
          </a:p>
        </p:txBody>
      </p:sp>
      <p:sp>
        <p:nvSpPr>
          <p:cNvPr id="47" name="SK-6-text-46"/>
          <p:cNvSpPr/>
          <p:nvPr/>
        </p:nvSpPr>
        <p:spPr>
          <a:xfrm>
            <a:off x="3327083" y="4943475"/>
            <a:ext cx="136398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74C3C"/>
                </a:solidFill>
              </a:rPr>
              <a:t>الارتباط بالمنظمة</a:t>
            </a:r>
            <a:endParaRPr lang="en-US" sz="1650" dirty="0"/>
          </a:p>
        </p:txBody>
      </p:sp>
      <p:sp>
        <p:nvSpPr>
          <p:cNvPr id="48" name="SK-6-text-47"/>
          <p:cNvSpPr/>
          <p:nvPr/>
        </p:nvSpPr>
        <p:spPr>
          <a:xfrm>
            <a:off x="800100" y="5334000"/>
            <a:ext cx="4248150" cy="542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38"/>
              </a:lnSpc>
              <a:buNone/>
            </a:pPr>
            <a:r>
              <a:rPr lang="en-US" sz="1425" dirty="0">
                <a:solidFill>
                  <a:srgbClr val="24342E"/>
                </a:solidFill>
              </a:rPr>
              <a:t>يرتبط بصورة مباشرة بتحقيق الأهداف الاستراتيجية الكبرى والمنافع التنظيمية المستدامة.</a:t>
            </a:r>
            <a:endParaRPr lang="en-US" sz="1425" dirty="0"/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4E2D600A-3958-75E6-D1EE-A2ECE2E8FD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0124"/>
            <a:ext cx="12192000" cy="5202341"/>
          </a:xfrm>
          <a:prstGeom prst="rect">
            <a:avLst/>
          </a:prstGeom>
        </p:spPr>
      </p:pic>
      <p:pic>
        <p:nvPicPr>
          <p:cNvPr id="3" name="SK-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0125"/>
            <a:ext cx="12192000" cy="5202341"/>
          </a:xfrm>
          <a:prstGeom prst="rect">
            <a:avLst/>
          </a:prstGeom>
        </p:spPr>
      </p:pic>
      <p:pic>
        <p:nvPicPr>
          <p:cNvPr id="4" name="SK-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2900" y="461963"/>
            <a:ext cx="38100" cy="323850"/>
          </a:xfrm>
          <a:prstGeom prst="rect">
            <a:avLst/>
          </a:prstGeom>
        </p:spPr>
      </p:pic>
      <p:pic>
        <p:nvPicPr>
          <p:cNvPr id="5" name="SK-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981075"/>
            <a:ext cx="11430000" cy="9525"/>
          </a:xfrm>
          <a:prstGeom prst="rect">
            <a:avLst/>
          </a:prstGeom>
        </p:spPr>
      </p:pic>
      <p:pic>
        <p:nvPicPr>
          <p:cNvPr id="6" name="SK-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1335" y="1276201"/>
            <a:ext cx="3509665" cy="304800"/>
          </a:xfrm>
          <a:prstGeom prst="rect">
            <a:avLst/>
          </a:prstGeom>
        </p:spPr>
      </p:pic>
      <p:pic>
        <p:nvPicPr>
          <p:cNvPr id="7" name="SK-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1335" y="1771501"/>
            <a:ext cx="3509665" cy="689670"/>
          </a:xfrm>
          <a:prstGeom prst="rect">
            <a:avLst/>
          </a:prstGeom>
        </p:spPr>
      </p:pic>
      <p:pic>
        <p:nvPicPr>
          <p:cNvPr id="8" name="SK-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53800" y="1944886"/>
            <a:ext cx="342900" cy="342900"/>
          </a:xfrm>
          <a:prstGeom prst="rect">
            <a:avLst/>
          </a:prstGeom>
        </p:spPr>
      </p:pic>
      <p:pic>
        <p:nvPicPr>
          <p:cNvPr id="9" name="SK-7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0" y="2040136"/>
            <a:ext cx="190500" cy="152400"/>
          </a:xfrm>
          <a:prstGeom prst="rect">
            <a:avLst/>
          </a:prstGeom>
        </p:spPr>
      </p:pic>
      <p:pic>
        <p:nvPicPr>
          <p:cNvPr id="10" name="SK-7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1335" y="2575471"/>
            <a:ext cx="3509665" cy="689670"/>
          </a:xfrm>
          <a:prstGeom prst="rect">
            <a:avLst/>
          </a:prstGeom>
        </p:spPr>
      </p:pic>
      <p:pic>
        <p:nvPicPr>
          <p:cNvPr id="11" name="SK-7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53800" y="2748855"/>
            <a:ext cx="342900" cy="342900"/>
          </a:xfrm>
          <a:prstGeom prst="rect">
            <a:avLst/>
          </a:prstGeom>
        </p:spPr>
      </p:pic>
      <p:pic>
        <p:nvPicPr>
          <p:cNvPr id="12" name="SK-7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2844105"/>
            <a:ext cx="190500" cy="152400"/>
          </a:xfrm>
          <a:prstGeom prst="rect">
            <a:avLst/>
          </a:prstGeom>
        </p:spPr>
      </p:pic>
      <p:pic>
        <p:nvPicPr>
          <p:cNvPr id="13" name="SK-7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1335" y="3379440"/>
            <a:ext cx="3509665" cy="689670"/>
          </a:xfrm>
          <a:prstGeom prst="rect">
            <a:avLst/>
          </a:prstGeom>
        </p:spPr>
      </p:pic>
      <p:pic>
        <p:nvPicPr>
          <p:cNvPr id="14" name="SK-7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53800" y="3552825"/>
            <a:ext cx="342900" cy="342900"/>
          </a:xfrm>
          <a:prstGeom prst="rect">
            <a:avLst/>
          </a:prstGeom>
        </p:spPr>
      </p:pic>
      <p:pic>
        <p:nvPicPr>
          <p:cNvPr id="15" name="SK-7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30000" y="3648075"/>
            <a:ext cx="190500" cy="152400"/>
          </a:xfrm>
          <a:prstGeom prst="rect">
            <a:avLst/>
          </a:prstGeom>
        </p:spPr>
      </p:pic>
      <p:pic>
        <p:nvPicPr>
          <p:cNvPr id="16" name="SK-7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1335" y="4183410"/>
            <a:ext cx="3509665" cy="689670"/>
          </a:xfrm>
          <a:prstGeom prst="rect">
            <a:avLst/>
          </a:prstGeom>
        </p:spPr>
      </p:pic>
      <p:pic>
        <p:nvPicPr>
          <p:cNvPr id="17" name="SK-7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53800" y="4356795"/>
            <a:ext cx="342900" cy="342900"/>
          </a:xfrm>
          <a:prstGeom prst="rect">
            <a:avLst/>
          </a:prstGeom>
        </p:spPr>
      </p:pic>
      <p:pic>
        <p:nvPicPr>
          <p:cNvPr id="18" name="SK-7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30000" y="4452045"/>
            <a:ext cx="190500" cy="152400"/>
          </a:xfrm>
          <a:prstGeom prst="rect">
            <a:avLst/>
          </a:prstGeom>
        </p:spPr>
      </p:pic>
      <p:pic>
        <p:nvPicPr>
          <p:cNvPr id="19" name="SK-7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1335" y="4987379"/>
            <a:ext cx="3509665" cy="689670"/>
          </a:xfrm>
          <a:prstGeom prst="rect">
            <a:avLst/>
          </a:prstGeom>
        </p:spPr>
      </p:pic>
      <p:pic>
        <p:nvPicPr>
          <p:cNvPr id="20" name="SK-7-img-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53800" y="5160764"/>
            <a:ext cx="342900" cy="342900"/>
          </a:xfrm>
          <a:prstGeom prst="rect">
            <a:avLst/>
          </a:prstGeom>
        </p:spPr>
      </p:pic>
      <p:pic>
        <p:nvPicPr>
          <p:cNvPr id="21" name="SK-7-img-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30000" y="5256014"/>
            <a:ext cx="190500" cy="152400"/>
          </a:xfrm>
          <a:prstGeom prst="rect">
            <a:avLst/>
          </a:prstGeom>
        </p:spPr>
      </p:pic>
      <p:pic>
        <p:nvPicPr>
          <p:cNvPr id="22" name="SK-7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86985" y="3369915"/>
            <a:ext cx="285750" cy="228600"/>
          </a:xfrm>
          <a:prstGeom prst="rect">
            <a:avLst/>
          </a:prstGeom>
        </p:spPr>
      </p:pic>
      <p:pic>
        <p:nvPicPr>
          <p:cNvPr id="23" name="SK-7-img-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33615" y="2268885"/>
            <a:ext cx="2924770" cy="2415480"/>
          </a:xfrm>
          <a:prstGeom prst="rect">
            <a:avLst/>
          </a:prstGeom>
        </p:spPr>
      </p:pic>
      <p:pic>
        <p:nvPicPr>
          <p:cNvPr id="24" name="SK-7-img-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810250" y="2684264"/>
            <a:ext cx="571500" cy="457200"/>
          </a:xfrm>
          <a:prstGeom prst="rect">
            <a:avLst/>
          </a:prstGeom>
        </p:spPr>
      </p:pic>
      <p:pic>
        <p:nvPicPr>
          <p:cNvPr id="25" name="SK-7-img-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19265" y="3369915"/>
            <a:ext cx="285750" cy="228600"/>
          </a:xfrm>
          <a:prstGeom prst="rect">
            <a:avLst/>
          </a:prstGeom>
        </p:spPr>
      </p:pic>
      <p:pic>
        <p:nvPicPr>
          <p:cNvPr id="26" name="SK-7-img-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1276350"/>
            <a:ext cx="3509665" cy="304800"/>
          </a:xfrm>
          <a:prstGeom prst="rect">
            <a:avLst/>
          </a:prstGeom>
        </p:spPr>
      </p:pic>
      <p:pic>
        <p:nvPicPr>
          <p:cNvPr id="27" name="SK-7-img-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1000" y="1771650"/>
            <a:ext cx="3509665" cy="1225600"/>
          </a:xfrm>
          <a:prstGeom prst="rect">
            <a:avLst/>
          </a:prstGeom>
        </p:spPr>
      </p:pic>
      <p:pic>
        <p:nvPicPr>
          <p:cNvPr id="28" name="SK-7-img-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81065" y="2174825"/>
            <a:ext cx="419100" cy="419100"/>
          </a:xfrm>
          <a:prstGeom prst="rect">
            <a:avLst/>
          </a:prstGeom>
        </p:spPr>
      </p:pic>
      <p:pic>
        <p:nvPicPr>
          <p:cNvPr id="29" name="SK-7-img-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59646" y="2277666"/>
            <a:ext cx="261937" cy="213420"/>
          </a:xfrm>
          <a:prstGeom prst="rect">
            <a:avLst/>
          </a:prstGeom>
        </p:spPr>
      </p:pic>
      <p:pic>
        <p:nvPicPr>
          <p:cNvPr id="30" name="SK-7-img-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1000" y="3111550"/>
            <a:ext cx="3509665" cy="1225600"/>
          </a:xfrm>
          <a:prstGeom prst="rect">
            <a:avLst/>
          </a:prstGeom>
        </p:spPr>
      </p:pic>
      <p:pic>
        <p:nvPicPr>
          <p:cNvPr id="31" name="SK-7-img-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281065" y="3514725"/>
            <a:ext cx="419100" cy="419100"/>
          </a:xfrm>
          <a:prstGeom prst="rect">
            <a:avLst/>
          </a:prstGeom>
        </p:spPr>
      </p:pic>
      <p:pic>
        <p:nvPicPr>
          <p:cNvPr id="32" name="SK-7-img-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359646" y="3617565"/>
            <a:ext cx="261937" cy="213420"/>
          </a:xfrm>
          <a:prstGeom prst="rect">
            <a:avLst/>
          </a:prstGeom>
        </p:spPr>
      </p:pic>
      <p:pic>
        <p:nvPicPr>
          <p:cNvPr id="33" name="SK-7-img-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81000" y="4451449"/>
            <a:ext cx="3509665" cy="1225600"/>
          </a:xfrm>
          <a:prstGeom prst="rect">
            <a:avLst/>
          </a:prstGeom>
        </p:spPr>
      </p:pic>
      <p:pic>
        <p:nvPicPr>
          <p:cNvPr id="34" name="SK-7-img-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281065" y="4854625"/>
            <a:ext cx="419100" cy="419100"/>
          </a:xfrm>
          <a:prstGeom prst="rect">
            <a:avLst/>
          </a:prstGeom>
        </p:spPr>
      </p:pic>
      <p:pic>
        <p:nvPicPr>
          <p:cNvPr id="35" name="SK-7-img-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359646" y="4957465"/>
            <a:ext cx="261937" cy="213420"/>
          </a:xfrm>
          <a:prstGeom prst="rect">
            <a:avLst/>
          </a:prstGeom>
        </p:spPr>
      </p:pic>
      <p:pic>
        <p:nvPicPr>
          <p:cNvPr id="36" name="SK-7-img-35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63296" y="5688116"/>
            <a:ext cx="11430000" cy="514350"/>
          </a:xfrm>
          <a:prstGeom prst="rect">
            <a:avLst/>
          </a:prstGeom>
        </p:spPr>
      </p:pic>
      <p:sp>
        <p:nvSpPr>
          <p:cNvPr id="37" name="SK-7-text-36"/>
          <p:cNvSpPr/>
          <p:nvPr/>
        </p:nvSpPr>
        <p:spPr>
          <a:xfrm>
            <a:off x="7216140" y="381000"/>
            <a:ext cx="441388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3825"/>
              </a:lnSpc>
              <a:buNone/>
            </a:pPr>
            <a:r>
              <a:rPr lang="en-US" sz="2550" b="1" dirty="0">
                <a:solidFill>
                  <a:srgbClr val="174C3C"/>
                </a:solidFill>
              </a:rPr>
              <a:t>مثال تطبيقي: منظومة التعليم الإلكتروني</a:t>
            </a:r>
            <a:endParaRPr lang="en-US" sz="2550" dirty="0"/>
          </a:p>
        </p:txBody>
      </p:sp>
      <p:sp>
        <p:nvSpPr>
          <p:cNvPr id="38" name="SK-7-text-37"/>
          <p:cNvSpPr/>
          <p:nvPr/>
        </p:nvSpPr>
        <p:spPr>
          <a:xfrm>
            <a:off x="8263235" y="1276201"/>
            <a:ext cx="350966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E7763"/>
                </a:solidFill>
              </a:rPr>
              <a:t>المشروعات </a:t>
            </a:r>
            <a:r>
              <a:rPr lang="en-US" sz="1200" b="1" dirty="0" err="1">
                <a:solidFill>
                  <a:srgbClr val="3E7763"/>
                </a:solidFill>
              </a:rPr>
              <a:t>التابعة</a:t>
            </a:r>
            <a:r>
              <a:rPr lang="en-US" sz="1200" b="1" dirty="0">
                <a:solidFill>
                  <a:srgbClr val="3E7763"/>
                </a:solidFill>
              </a:rPr>
              <a:t> </a:t>
            </a:r>
            <a:r>
              <a:rPr lang="ar-SA" sz="1200" b="1" dirty="0">
                <a:solidFill>
                  <a:srgbClr val="3E7763"/>
                </a:solidFill>
              </a:rPr>
              <a:t>(</a:t>
            </a:r>
            <a:r>
              <a:rPr lang="en-US" sz="1200" b="1" dirty="0" err="1">
                <a:solidFill>
                  <a:srgbClr val="3E7763"/>
                </a:solidFill>
              </a:rPr>
              <a:t>مخرجات</a:t>
            </a:r>
            <a:r>
              <a:rPr lang="en-US" sz="1200" b="1" dirty="0">
                <a:solidFill>
                  <a:srgbClr val="3E7763"/>
                </a:solidFill>
              </a:rPr>
              <a:t> </a:t>
            </a:r>
            <a:r>
              <a:rPr lang="en-US" sz="1200" b="1" dirty="0" err="1">
                <a:solidFill>
                  <a:srgbClr val="3E7763"/>
                </a:solidFill>
              </a:rPr>
              <a:t>محددة</a:t>
            </a:r>
            <a:r>
              <a:rPr lang="ar-SA" sz="1200" b="1" dirty="0">
                <a:solidFill>
                  <a:srgbClr val="3E7763"/>
                </a:solidFill>
              </a:rPr>
              <a:t>)</a:t>
            </a:r>
            <a:endParaRPr lang="en-US" sz="1200" dirty="0"/>
          </a:p>
        </p:txBody>
      </p:sp>
      <p:sp>
        <p:nvSpPr>
          <p:cNvPr id="39" name="SK-7-text-38"/>
          <p:cNvSpPr/>
          <p:nvPr/>
        </p:nvSpPr>
        <p:spPr>
          <a:xfrm>
            <a:off x="9610725" y="1987748"/>
            <a:ext cx="16287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4342E"/>
                </a:solidFill>
              </a:rPr>
              <a:t>إنشاء منصة تعليم إلكتروني</a:t>
            </a:r>
            <a:endParaRPr lang="en-US" sz="1350" dirty="0"/>
          </a:p>
        </p:txBody>
      </p:sp>
      <p:sp>
        <p:nvSpPr>
          <p:cNvPr id="40" name="SK-7-text-39"/>
          <p:cNvSpPr/>
          <p:nvPr/>
        </p:nvSpPr>
        <p:spPr>
          <a:xfrm>
            <a:off x="9496425" y="2791718"/>
            <a:ext cx="17430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4342E"/>
                </a:solidFill>
              </a:rPr>
              <a:t>تحويل المقررات لمحتوى رقمي</a:t>
            </a:r>
            <a:endParaRPr lang="en-US" sz="1350" dirty="0"/>
          </a:p>
        </p:txBody>
      </p:sp>
      <p:sp>
        <p:nvSpPr>
          <p:cNvPr id="41" name="SK-7-text-40"/>
          <p:cNvSpPr/>
          <p:nvPr/>
        </p:nvSpPr>
        <p:spPr>
          <a:xfrm>
            <a:off x="9496425" y="3595688"/>
            <a:ext cx="17430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4342E"/>
                </a:solidFill>
              </a:rPr>
              <a:t>تدريب أعضاء هيئة التدريس</a:t>
            </a:r>
            <a:endParaRPr lang="en-US" sz="1350" dirty="0"/>
          </a:p>
        </p:txBody>
      </p:sp>
      <p:sp>
        <p:nvSpPr>
          <p:cNvPr id="42" name="SK-7-text-41"/>
          <p:cNvSpPr/>
          <p:nvPr/>
        </p:nvSpPr>
        <p:spPr>
          <a:xfrm>
            <a:off x="9715500" y="4399657"/>
            <a:ext cx="15240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4342E"/>
                </a:solidFill>
              </a:rPr>
              <a:t>تطوير البنية التحتية التقنية</a:t>
            </a:r>
            <a:endParaRPr lang="en-US" sz="1350" dirty="0"/>
          </a:p>
        </p:txBody>
      </p:sp>
      <p:sp>
        <p:nvSpPr>
          <p:cNvPr id="43" name="SK-7-text-42"/>
          <p:cNvSpPr/>
          <p:nvPr/>
        </p:nvSpPr>
        <p:spPr>
          <a:xfrm>
            <a:off x="9439275" y="5203627"/>
            <a:ext cx="18002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4342E"/>
                </a:solidFill>
              </a:rPr>
              <a:t>قياس تجربة الطلاب وجودتها</a:t>
            </a:r>
            <a:endParaRPr lang="en-US" sz="1350" dirty="0"/>
          </a:p>
        </p:txBody>
      </p:sp>
      <p:sp>
        <p:nvSpPr>
          <p:cNvPr id="44" name="SK-7-text-43"/>
          <p:cNvSpPr/>
          <p:nvPr/>
        </p:nvSpPr>
        <p:spPr>
          <a:xfrm>
            <a:off x="4881265" y="3383310"/>
            <a:ext cx="24294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kern="0" spc="60" dirty="0">
                <a:solidFill>
                  <a:srgbClr val="E5D7BE"/>
                </a:solidFill>
              </a:rPr>
              <a:t>البرنامج (PROGRAM)</a:t>
            </a:r>
            <a:endParaRPr lang="en-US" sz="1200" dirty="0"/>
          </a:p>
        </p:txBody>
      </p:sp>
      <p:sp>
        <p:nvSpPr>
          <p:cNvPr id="45" name="SK-7-text-44"/>
          <p:cNvSpPr/>
          <p:nvPr/>
        </p:nvSpPr>
        <p:spPr>
          <a:xfrm>
            <a:off x="4919365" y="3754785"/>
            <a:ext cx="2353270" cy="6438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6F1E7"/>
                </a:solidFill>
              </a:rPr>
              <a:t>تطوير منظومة التعليم الإلكتروني في الجامعة</a:t>
            </a:r>
            <a:endParaRPr lang="en-US" sz="1950" dirty="0"/>
          </a:p>
        </p:txBody>
      </p:sp>
      <p:sp>
        <p:nvSpPr>
          <p:cNvPr id="46" name="SK-7-text-45"/>
          <p:cNvSpPr/>
          <p:nvPr/>
        </p:nvSpPr>
        <p:spPr>
          <a:xfrm>
            <a:off x="342900" y="1276350"/>
            <a:ext cx="350966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E7763"/>
                </a:solidFill>
              </a:rPr>
              <a:t>المنافع </a:t>
            </a:r>
            <a:r>
              <a:rPr lang="en-US" sz="1200" b="1" dirty="0" err="1">
                <a:solidFill>
                  <a:srgbClr val="3E7763"/>
                </a:solidFill>
              </a:rPr>
              <a:t>المستهدفة</a:t>
            </a:r>
            <a:r>
              <a:rPr lang="en-US" sz="1200" b="1" dirty="0">
                <a:solidFill>
                  <a:srgbClr val="3E7763"/>
                </a:solidFill>
              </a:rPr>
              <a:t> </a:t>
            </a:r>
            <a:r>
              <a:rPr lang="ar-SA" sz="1200" b="1" dirty="0">
                <a:solidFill>
                  <a:srgbClr val="3E7763"/>
                </a:solidFill>
              </a:rPr>
              <a:t>(</a:t>
            </a:r>
            <a:r>
              <a:rPr lang="en-US" sz="1200" b="1" dirty="0" err="1">
                <a:solidFill>
                  <a:srgbClr val="3E7763"/>
                </a:solidFill>
              </a:rPr>
              <a:t>نتائج</a:t>
            </a:r>
            <a:r>
              <a:rPr lang="en-US" sz="1200" b="1" dirty="0">
                <a:solidFill>
                  <a:srgbClr val="3E7763"/>
                </a:solidFill>
              </a:rPr>
              <a:t> </a:t>
            </a:r>
            <a:r>
              <a:rPr lang="en-US" sz="1200" b="1" dirty="0" err="1">
                <a:solidFill>
                  <a:srgbClr val="3E7763"/>
                </a:solidFill>
              </a:rPr>
              <a:t>استراتيجية</a:t>
            </a:r>
            <a:r>
              <a:rPr lang="ar-SA" sz="1200" b="1" dirty="0">
                <a:solidFill>
                  <a:srgbClr val="3E7763"/>
                </a:solidFill>
              </a:rPr>
              <a:t>)</a:t>
            </a:r>
            <a:endParaRPr lang="en-US" sz="1200" dirty="0"/>
          </a:p>
        </p:txBody>
      </p:sp>
      <p:sp>
        <p:nvSpPr>
          <p:cNvPr id="47" name="SK-7-text-46"/>
          <p:cNvSpPr/>
          <p:nvPr/>
        </p:nvSpPr>
        <p:spPr>
          <a:xfrm>
            <a:off x="1802785" y="2227213"/>
            <a:ext cx="133540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74C3C"/>
                </a:solidFill>
              </a:rPr>
              <a:t>رفع جودة التعليم</a:t>
            </a:r>
            <a:endParaRPr lang="en-US" sz="1650" dirty="0"/>
          </a:p>
        </p:txBody>
      </p:sp>
      <p:sp>
        <p:nvSpPr>
          <p:cNvPr id="48" name="SK-7-text-47"/>
          <p:cNvSpPr/>
          <p:nvPr/>
        </p:nvSpPr>
        <p:spPr>
          <a:xfrm>
            <a:off x="1297960" y="3567113"/>
            <a:ext cx="184023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74C3C"/>
                </a:solidFill>
              </a:rPr>
              <a:t>توسيع الوصول للمقررات</a:t>
            </a:r>
            <a:endParaRPr lang="en-US" sz="1650" dirty="0"/>
          </a:p>
        </p:txBody>
      </p:sp>
      <p:sp>
        <p:nvSpPr>
          <p:cNvPr id="49" name="SK-7-text-48"/>
          <p:cNvSpPr/>
          <p:nvPr/>
        </p:nvSpPr>
        <p:spPr>
          <a:xfrm>
            <a:off x="1497985" y="4907012"/>
            <a:ext cx="164020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74C3C"/>
                </a:solidFill>
              </a:rPr>
              <a:t>تحسين تجربة الطلاب</a:t>
            </a:r>
            <a:endParaRPr lang="en-US" sz="1650" dirty="0"/>
          </a:p>
        </p:txBody>
      </p:sp>
      <p:sp>
        <p:nvSpPr>
          <p:cNvPr id="50" name="SK-7-text-49"/>
          <p:cNvSpPr/>
          <p:nvPr/>
        </p:nvSpPr>
        <p:spPr>
          <a:xfrm>
            <a:off x="609600" y="5825430"/>
            <a:ext cx="109728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250"/>
              </a:lnSpc>
              <a:buNone/>
            </a:pPr>
            <a:r>
              <a:rPr lang="en-US" sz="1500" dirty="0">
                <a:solidFill>
                  <a:srgbClr val="174C3C"/>
                </a:solidFill>
              </a:rPr>
              <a:t>كل مشروع يقدم </a:t>
            </a:r>
            <a:r>
              <a:rPr lang="en-US" sz="1500" b="1" dirty="0">
                <a:solidFill>
                  <a:srgbClr val="174C3C"/>
                </a:solidFill>
              </a:rPr>
              <a:t>مخرجاً محدداً</a:t>
            </a:r>
            <a:r>
              <a:rPr lang="en-US" sz="1500" dirty="0">
                <a:solidFill>
                  <a:srgbClr val="174C3C"/>
                </a:solidFill>
              </a:rPr>
              <a:t>، بينما يجمع البرنامج المشروعات ويديرها بصورة </a:t>
            </a:r>
            <a:r>
              <a:rPr lang="en-US" sz="1500" b="1" dirty="0">
                <a:solidFill>
                  <a:srgbClr val="174C3C"/>
                </a:solidFill>
              </a:rPr>
              <a:t>متكاملة</a:t>
            </a:r>
            <a:r>
              <a:rPr lang="en-US" sz="1500" dirty="0">
                <a:solidFill>
                  <a:srgbClr val="174C3C"/>
                </a:solidFill>
              </a:rPr>
              <a:t> لتحقيق المنفعة الاستراتيجية المشتركة.</a:t>
            </a:r>
            <a:endParaRPr lang="en-US" sz="1500" dirty="0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A875A54D-F12A-71EB-A2BE-9FE0B03431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1074"/>
            <a:ext cx="12192000" cy="5289043"/>
          </a:xfrm>
          <a:prstGeom prst="rect">
            <a:avLst/>
          </a:prstGeom>
        </p:spPr>
      </p:pic>
      <p:pic>
        <p:nvPicPr>
          <p:cNvPr id="3" name="SK-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81075"/>
            <a:ext cx="12192000" cy="5298568"/>
          </a:xfrm>
          <a:prstGeom prst="rect">
            <a:avLst/>
          </a:prstGeom>
        </p:spPr>
      </p:pic>
      <p:pic>
        <p:nvPicPr>
          <p:cNvPr id="4" name="SK-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461963"/>
            <a:ext cx="38100" cy="323850"/>
          </a:xfrm>
          <a:prstGeom prst="rect">
            <a:avLst/>
          </a:prstGeom>
        </p:spPr>
      </p:pic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981075"/>
            <a:ext cx="11049000" cy="9525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276350"/>
            <a:ext cx="5410200" cy="1933575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504950"/>
            <a:ext cx="4953000" cy="447675"/>
          </a:xfrm>
          <a:prstGeom prst="rect">
            <a:avLst/>
          </a:prstGeom>
        </p:spPr>
      </p:pic>
      <p:pic>
        <p:nvPicPr>
          <p:cNvPr id="8" name="SK-8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1400" y="1614488"/>
            <a:ext cx="190500" cy="152400"/>
          </a:xfrm>
          <a:prstGeom prst="rect">
            <a:avLst/>
          </a:prstGeom>
        </p:spPr>
      </p:pic>
      <p:pic>
        <p:nvPicPr>
          <p:cNvPr id="9" name="SK-8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276350"/>
            <a:ext cx="5410200" cy="1933575"/>
          </a:xfrm>
          <a:prstGeom prst="rect">
            <a:avLst/>
          </a:prstGeom>
        </p:spPr>
      </p:pic>
      <p:pic>
        <p:nvPicPr>
          <p:cNvPr id="10" name="SK-8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1504950"/>
            <a:ext cx="4953000" cy="447675"/>
          </a:xfrm>
          <a:prstGeom prst="rect">
            <a:avLst/>
          </a:prstGeom>
        </p:spPr>
      </p:pic>
      <p:pic>
        <p:nvPicPr>
          <p:cNvPr id="11" name="SK-8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62600" y="1614488"/>
            <a:ext cx="190500" cy="152400"/>
          </a:xfrm>
          <a:prstGeom prst="rect">
            <a:avLst/>
          </a:prstGeom>
        </p:spPr>
      </p:pic>
      <p:pic>
        <p:nvPicPr>
          <p:cNvPr id="12" name="SK-8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495675"/>
            <a:ext cx="11049000" cy="733425"/>
          </a:xfrm>
          <a:prstGeom prst="rect">
            <a:avLst/>
          </a:prstGeom>
        </p:spPr>
      </p:pic>
      <p:pic>
        <p:nvPicPr>
          <p:cNvPr id="13" name="SK-8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34713" y="3727103"/>
            <a:ext cx="357188" cy="289471"/>
          </a:xfrm>
          <a:prstGeom prst="rect">
            <a:avLst/>
          </a:prstGeom>
        </p:spPr>
      </p:pic>
      <p:pic>
        <p:nvPicPr>
          <p:cNvPr id="14" name="SK-8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510" y="4324350"/>
            <a:ext cx="11049000" cy="1955292"/>
          </a:xfrm>
          <a:prstGeom prst="rect">
            <a:avLst/>
          </a:prstGeom>
        </p:spPr>
      </p:pic>
      <p:pic>
        <p:nvPicPr>
          <p:cNvPr id="15" name="SK-8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57850" y="4880520"/>
            <a:ext cx="2724150" cy="485775"/>
          </a:xfrm>
          <a:prstGeom prst="rect">
            <a:avLst/>
          </a:prstGeom>
        </p:spPr>
      </p:pic>
      <p:pic>
        <p:nvPicPr>
          <p:cNvPr id="16" name="SK-8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85318" y="4980375"/>
            <a:ext cx="238125" cy="190500"/>
          </a:xfrm>
          <a:prstGeom prst="rect">
            <a:avLst/>
          </a:prstGeom>
        </p:spPr>
      </p:pic>
      <p:pic>
        <p:nvPicPr>
          <p:cNvPr id="17" name="SK-8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03812" y="4839667"/>
            <a:ext cx="1143000" cy="438150"/>
          </a:xfrm>
          <a:prstGeom prst="rect">
            <a:avLst/>
          </a:prstGeom>
        </p:spPr>
      </p:pic>
      <p:pic>
        <p:nvPicPr>
          <p:cNvPr id="18" name="SK-8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75948" y="5640980"/>
            <a:ext cx="2667000" cy="485775"/>
          </a:xfrm>
          <a:prstGeom prst="rect">
            <a:avLst/>
          </a:prstGeom>
        </p:spPr>
      </p:pic>
      <p:pic>
        <p:nvPicPr>
          <p:cNvPr id="19" name="SK-8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47994" y="5734050"/>
            <a:ext cx="238125" cy="190500"/>
          </a:xfrm>
          <a:prstGeom prst="rect">
            <a:avLst/>
          </a:prstGeom>
        </p:spPr>
      </p:pic>
      <p:pic>
        <p:nvPicPr>
          <p:cNvPr id="20" name="SK-8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64292" y="5586223"/>
            <a:ext cx="1143000" cy="438150"/>
          </a:xfrm>
          <a:prstGeom prst="rect">
            <a:avLst/>
          </a:prstGeom>
        </p:spPr>
      </p:pic>
      <p:sp>
        <p:nvSpPr>
          <p:cNvPr id="21" name="SK-8-text-20"/>
          <p:cNvSpPr/>
          <p:nvPr/>
        </p:nvSpPr>
        <p:spPr>
          <a:xfrm>
            <a:off x="7416165" y="381000"/>
            <a:ext cx="402336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3825"/>
              </a:lnSpc>
              <a:buNone/>
            </a:pPr>
            <a:r>
              <a:rPr lang="en-US" sz="2550" b="1" dirty="0" err="1">
                <a:solidFill>
                  <a:srgbClr val="174C3C"/>
                </a:solidFill>
              </a:rPr>
              <a:t>التمييز</a:t>
            </a:r>
            <a:r>
              <a:rPr lang="en-US" sz="2550" b="1" dirty="0">
                <a:solidFill>
                  <a:srgbClr val="174C3C"/>
                </a:solidFill>
              </a:rPr>
              <a:t> بين المشروع والبرنامج</a:t>
            </a:r>
            <a:endParaRPr lang="en-US" sz="2550" dirty="0"/>
          </a:p>
        </p:txBody>
      </p:sp>
      <p:sp>
        <p:nvSpPr>
          <p:cNvPr id="22" name="SK-8-text-21"/>
          <p:cNvSpPr/>
          <p:nvPr/>
        </p:nvSpPr>
        <p:spPr>
          <a:xfrm>
            <a:off x="9157335" y="1504950"/>
            <a:ext cx="1929765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174C3C"/>
                </a:solidFill>
              </a:rPr>
              <a:t>المشروع (Project)</a:t>
            </a:r>
            <a:endParaRPr lang="en-US" sz="1950" dirty="0"/>
          </a:p>
        </p:txBody>
      </p:sp>
      <p:sp>
        <p:nvSpPr>
          <p:cNvPr id="23" name="SK-8-text-22"/>
          <p:cNvSpPr/>
          <p:nvPr/>
        </p:nvSpPr>
        <p:spPr>
          <a:xfrm>
            <a:off x="6438900" y="2066925"/>
            <a:ext cx="49530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500" dirty="0">
                <a:solidFill>
                  <a:srgbClr val="24342E"/>
                </a:solidFill>
              </a:rPr>
              <a:t>يركز على إنجاز مخرج محدد وفريد ضمن نطاق ومدة ومتطلبات واضحة. يتمحور نجاحه حول الكفاءة في تسليم المخرجات وفق معايير الجودة والوقت والتكلفة.</a:t>
            </a:r>
            <a:endParaRPr lang="en-US" sz="1500" dirty="0"/>
          </a:p>
        </p:txBody>
      </p:sp>
      <p:sp>
        <p:nvSpPr>
          <p:cNvPr id="24" name="SK-8-text-23"/>
          <p:cNvSpPr/>
          <p:nvPr/>
        </p:nvSpPr>
        <p:spPr>
          <a:xfrm>
            <a:off x="3423285" y="1504950"/>
            <a:ext cx="2025015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174C3C"/>
                </a:solidFill>
              </a:rPr>
              <a:t>البرنامج (Program)</a:t>
            </a:r>
            <a:endParaRPr lang="en-US" sz="1950" dirty="0"/>
          </a:p>
        </p:txBody>
      </p:sp>
      <p:sp>
        <p:nvSpPr>
          <p:cNvPr id="25" name="SK-8-text-24"/>
          <p:cNvSpPr/>
          <p:nvPr/>
        </p:nvSpPr>
        <p:spPr>
          <a:xfrm>
            <a:off x="800100" y="2066925"/>
            <a:ext cx="49530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500" dirty="0">
                <a:solidFill>
                  <a:srgbClr val="24342E"/>
                </a:solidFill>
              </a:rPr>
              <a:t>يركز على تنسيق مجموعة من المشروعات المترابطة لتحقيق منافع ونتائج استراتيجية لا يمكن تحقيقها بإدارة كل مشروع منفرداً، مع التركيز على التكامل والاعتماد المتبادل.</a:t>
            </a:r>
            <a:endParaRPr lang="en-US" sz="1500" dirty="0"/>
          </a:p>
        </p:txBody>
      </p:sp>
      <p:sp>
        <p:nvSpPr>
          <p:cNvPr id="26" name="SK-8-text-25"/>
          <p:cNvSpPr/>
          <p:nvPr/>
        </p:nvSpPr>
        <p:spPr>
          <a:xfrm>
            <a:off x="1507808" y="3715643"/>
            <a:ext cx="9336405" cy="2933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</a:rPr>
              <a:t>ليس كل مشروع كبير برنامجاً؛ يصبح العمل برنامجاً عندما يضم عدة مشروعات مترابطة تُدار بصورة منسقة لتحقيق منافع استراتيجية مشتركة.</a:t>
            </a:r>
            <a:endParaRPr lang="en-US" sz="1650" dirty="0"/>
          </a:p>
        </p:txBody>
      </p:sp>
      <p:sp>
        <p:nvSpPr>
          <p:cNvPr id="27" name="SK-8-text-26"/>
          <p:cNvSpPr/>
          <p:nvPr/>
        </p:nvSpPr>
        <p:spPr>
          <a:xfrm>
            <a:off x="719137" y="4505325"/>
            <a:ext cx="107537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E7763"/>
                </a:solidFill>
              </a:rPr>
              <a:t>مسار اتخاذ القرار (Decision Path)</a:t>
            </a:r>
            <a:endParaRPr lang="en-US" sz="1350" dirty="0"/>
          </a:p>
        </p:txBody>
      </p:sp>
      <p:sp>
        <p:nvSpPr>
          <p:cNvPr id="28" name="SK-8-text-27"/>
          <p:cNvSpPr/>
          <p:nvPr/>
        </p:nvSpPr>
        <p:spPr>
          <a:xfrm>
            <a:off x="5805487" y="4943475"/>
            <a:ext cx="2428875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dirty="0">
                <a:solidFill>
                  <a:srgbClr val="24342E"/>
                </a:solidFill>
              </a:rPr>
              <a:t>هل العمل يهدف لتقديم مخرج واحد محدد؟</a:t>
            </a:r>
            <a:endParaRPr lang="en-US" sz="1350" dirty="0"/>
          </a:p>
        </p:txBody>
      </p:sp>
      <p:sp>
        <p:nvSpPr>
          <p:cNvPr id="29" name="SK-8-text-28"/>
          <p:cNvSpPr/>
          <p:nvPr/>
        </p:nvSpPr>
        <p:spPr>
          <a:xfrm>
            <a:off x="4020982" y="4839666"/>
            <a:ext cx="781050" cy="438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مشروع</a:t>
            </a:r>
            <a:endParaRPr lang="en-US" sz="1500" dirty="0"/>
          </a:p>
        </p:txBody>
      </p:sp>
      <p:sp>
        <p:nvSpPr>
          <p:cNvPr id="30" name="SK-8-text-29"/>
          <p:cNvSpPr/>
          <p:nvPr/>
        </p:nvSpPr>
        <p:spPr>
          <a:xfrm>
            <a:off x="5929312" y="5629275"/>
            <a:ext cx="2305050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025"/>
              </a:lnSpc>
              <a:buNone/>
            </a:pPr>
            <a:r>
              <a:rPr lang="en-US" sz="1350" dirty="0">
                <a:solidFill>
                  <a:srgbClr val="24342E"/>
                </a:solidFill>
              </a:rPr>
              <a:t>عدة مشروعات مترابطة + منافع مشتركة؟</a:t>
            </a:r>
            <a:endParaRPr lang="en-US" sz="1350" dirty="0"/>
          </a:p>
        </p:txBody>
      </p:sp>
      <p:sp>
        <p:nvSpPr>
          <p:cNvPr id="31" name="SK-8-text-30"/>
          <p:cNvSpPr/>
          <p:nvPr/>
        </p:nvSpPr>
        <p:spPr>
          <a:xfrm>
            <a:off x="4005934" y="5610225"/>
            <a:ext cx="781050" cy="438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برنامج</a:t>
            </a:r>
            <a:endParaRPr lang="en-US" sz="1500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8BF2757B-9731-967C-2997-2FB4680464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9736"/>
            <a:ext cx="12192000" cy="5027715"/>
          </a:xfrm>
          <a:prstGeom prst="rect">
            <a:avLst/>
          </a:prstGeom>
        </p:spPr>
      </p:pic>
      <p:pic>
        <p:nvPicPr>
          <p:cNvPr id="3" name="SK-1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63550"/>
            <a:ext cx="12192000" cy="5055989"/>
          </a:xfrm>
          <a:prstGeom prst="rect">
            <a:avLst/>
          </a:prstGeom>
        </p:spPr>
      </p:pic>
      <p:pic>
        <p:nvPicPr>
          <p:cNvPr id="4" name="SK-1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379512"/>
            <a:ext cx="38100" cy="381000"/>
          </a:xfrm>
          <a:prstGeom prst="rect">
            <a:avLst/>
          </a:prstGeom>
        </p:spPr>
      </p:pic>
      <p:pic>
        <p:nvPicPr>
          <p:cNvPr id="5" name="SK-1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7025" y="854273"/>
            <a:ext cx="952500" cy="19050"/>
          </a:xfrm>
          <a:prstGeom prst="rect">
            <a:avLst/>
          </a:prstGeom>
        </p:spPr>
      </p:pic>
      <p:pic>
        <p:nvPicPr>
          <p:cNvPr id="6" name="SK-1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1000"/>
            <a:ext cx="1326356" cy="457200"/>
          </a:xfrm>
          <a:prstGeom prst="rect">
            <a:avLst/>
          </a:prstGeom>
        </p:spPr>
      </p:pic>
      <p:pic>
        <p:nvPicPr>
          <p:cNvPr id="7" name="SK-1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5906" y="514350"/>
            <a:ext cx="190500" cy="190500"/>
          </a:xfrm>
          <a:prstGeom prst="rect">
            <a:avLst/>
          </a:prstGeom>
        </p:spPr>
      </p:pic>
      <p:pic>
        <p:nvPicPr>
          <p:cNvPr id="8" name="SK-1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6518" y="1397198"/>
            <a:ext cx="6383982" cy="4894067"/>
          </a:xfrm>
          <a:prstGeom prst="rect">
            <a:avLst/>
          </a:prstGeom>
        </p:spPr>
      </p:pic>
      <p:pic>
        <p:nvPicPr>
          <p:cNvPr id="9" name="SK-15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96600" y="2446883"/>
            <a:ext cx="457200" cy="457200"/>
          </a:xfrm>
          <a:prstGeom prst="rect">
            <a:avLst/>
          </a:prstGeom>
        </p:spPr>
      </p:pic>
      <p:pic>
        <p:nvPicPr>
          <p:cNvPr id="10" name="SK-15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4238" y="2570708"/>
            <a:ext cx="161925" cy="209550"/>
          </a:xfrm>
          <a:prstGeom prst="rect">
            <a:avLst/>
          </a:prstGeom>
        </p:spPr>
      </p:pic>
      <p:pic>
        <p:nvPicPr>
          <p:cNvPr id="11" name="SK-15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3218" y="3094583"/>
            <a:ext cx="5850582" cy="1141214"/>
          </a:xfrm>
          <a:prstGeom prst="rect">
            <a:avLst/>
          </a:prstGeom>
        </p:spPr>
      </p:pic>
      <p:pic>
        <p:nvPicPr>
          <p:cNvPr id="12" name="SK-15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3218" y="4464397"/>
            <a:ext cx="5850582" cy="943868"/>
          </a:xfrm>
          <a:prstGeom prst="rect">
            <a:avLst/>
          </a:prstGeom>
        </p:spPr>
      </p:pic>
      <p:pic>
        <p:nvPicPr>
          <p:cNvPr id="13" name="SK-15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72800" y="4626322"/>
            <a:ext cx="200025" cy="200025"/>
          </a:xfrm>
          <a:prstGeom prst="rect">
            <a:avLst/>
          </a:prstGeom>
        </p:spPr>
      </p:pic>
      <p:pic>
        <p:nvPicPr>
          <p:cNvPr id="14" name="SK-15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1397198"/>
            <a:ext cx="4436418" cy="4870253"/>
          </a:xfrm>
          <a:prstGeom prst="rect">
            <a:avLst/>
          </a:prstGeom>
        </p:spPr>
      </p:pic>
      <p:pic>
        <p:nvPicPr>
          <p:cNvPr id="15" name="SK-15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84018" y="1635323"/>
            <a:ext cx="457200" cy="457200"/>
          </a:xfrm>
          <a:prstGeom prst="rect">
            <a:avLst/>
          </a:prstGeom>
        </p:spPr>
      </p:pic>
      <p:pic>
        <p:nvPicPr>
          <p:cNvPr id="16" name="SK-15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2130" y="1759148"/>
            <a:ext cx="180975" cy="209550"/>
          </a:xfrm>
          <a:prstGeom prst="rect">
            <a:avLst/>
          </a:prstGeom>
        </p:spPr>
      </p:pic>
      <p:pic>
        <p:nvPicPr>
          <p:cNvPr id="17" name="SK-15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" y="2870299"/>
            <a:ext cx="3903018" cy="838200"/>
          </a:xfrm>
          <a:prstGeom prst="rect">
            <a:avLst/>
          </a:prstGeom>
        </p:spPr>
      </p:pic>
      <p:pic>
        <p:nvPicPr>
          <p:cNvPr id="18" name="SK-15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36293" y="3022699"/>
            <a:ext cx="1143000" cy="533400"/>
          </a:xfrm>
          <a:prstGeom prst="rect">
            <a:avLst/>
          </a:prstGeom>
        </p:spPr>
      </p:pic>
      <p:pic>
        <p:nvPicPr>
          <p:cNvPr id="19" name="SK-15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" y="3832324"/>
            <a:ext cx="3903018" cy="838200"/>
          </a:xfrm>
          <a:prstGeom prst="rect">
            <a:avLst/>
          </a:prstGeom>
        </p:spPr>
      </p:pic>
      <p:pic>
        <p:nvPicPr>
          <p:cNvPr id="20" name="SK-15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36293" y="3984724"/>
            <a:ext cx="1143000" cy="533400"/>
          </a:xfrm>
          <a:prstGeom prst="rect">
            <a:avLst/>
          </a:prstGeom>
        </p:spPr>
      </p:pic>
      <p:pic>
        <p:nvPicPr>
          <p:cNvPr id="21" name="SK-15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8200" y="4794349"/>
            <a:ext cx="3903018" cy="838200"/>
          </a:xfrm>
          <a:prstGeom prst="rect">
            <a:avLst/>
          </a:prstGeom>
        </p:spPr>
      </p:pic>
      <p:pic>
        <p:nvPicPr>
          <p:cNvPr id="22" name="SK-15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36293" y="4946749"/>
            <a:ext cx="1143000" cy="533400"/>
          </a:xfrm>
          <a:prstGeom prst="rect">
            <a:avLst/>
          </a:prstGeom>
        </p:spPr>
      </p:pic>
      <p:sp>
        <p:nvSpPr>
          <p:cNvPr id="24" name="SK-15-text-23"/>
          <p:cNvSpPr/>
          <p:nvPr/>
        </p:nvSpPr>
        <p:spPr>
          <a:xfrm>
            <a:off x="5920204" y="361950"/>
            <a:ext cx="5519321" cy="4161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0B5B45"/>
                </a:solidFill>
              </a:rPr>
              <a:t>نشاط: أسس إدارة الجودة الشاملة</a:t>
            </a:r>
            <a:endParaRPr lang="en-US" sz="2850" dirty="0"/>
          </a:p>
        </p:txBody>
      </p:sp>
      <p:sp>
        <p:nvSpPr>
          <p:cNvPr id="25" name="SK-15-text-24"/>
          <p:cNvSpPr/>
          <p:nvPr/>
        </p:nvSpPr>
        <p:spPr>
          <a:xfrm>
            <a:off x="7308533" y="939998"/>
            <a:ext cx="413099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650" dirty="0">
                <a:solidFill>
                  <a:srgbClr val="666666"/>
                </a:solidFill>
              </a:rPr>
              <a:t>تقييم مدى الأخذ بمبادئ الجودة في جهة العمل</a:t>
            </a:r>
            <a:endParaRPr lang="en-US" sz="1650" dirty="0"/>
          </a:p>
        </p:txBody>
      </p:sp>
      <p:sp>
        <p:nvSpPr>
          <p:cNvPr id="26" name="SK-15-text-25"/>
          <p:cNvSpPr/>
          <p:nvPr/>
        </p:nvSpPr>
        <p:spPr>
          <a:xfrm>
            <a:off x="522923" y="490538"/>
            <a:ext cx="917734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575" b="1" dirty="0">
                <a:solidFill>
                  <a:srgbClr val="153D31"/>
                </a:solidFill>
              </a:rPr>
              <a:t>15 دقيقة</a:t>
            </a:r>
            <a:endParaRPr lang="en-US" sz="1575" dirty="0"/>
          </a:p>
        </p:txBody>
      </p:sp>
      <p:sp>
        <p:nvSpPr>
          <p:cNvPr id="27" name="SK-15-text-26"/>
          <p:cNvSpPr/>
          <p:nvPr/>
        </p:nvSpPr>
        <p:spPr>
          <a:xfrm>
            <a:off x="8834914" y="2523083"/>
            <a:ext cx="194738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2025" b="1" dirty="0">
                <a:solidFill>
                  <a:srgbClr val="0B5B45"/>
                </a:solidFill>
              </a:rPr>
              <a:t>تعليمات النشاط</a:t>
            </a:r>
            <a:endParaRPr lang="en-US" sz="2025" dirty="0"/>
          </a:p>
        </p:txBody>
      </p:sp>
      <p:sp>
        <p:nvSpPr>
          <p:cNvPr id="28" name="SK-15-text-27"/>
          <p:cNvSpPr/>
          <p:nvPr/>
        </p:nvSpPr>
        <p:spPr>
          <a:xfrm>
            <a:off x="5503218" y="3094583"/>
            <a:ext cx="5679132" cy="11412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846"/>
              </a:lnSpc>
              <a:buNone/>
            </a:pPr>
            <a:r>
              <a:rPr lang="en-US" sz="1725" dirty="0">
                <a:solidFill>
                  <a:srgbClr val="333333"/>
                </a:solidFill>
              </a:rPr>
              <a:t>فيما يلي 7 عبارات حول أسس إدارة الجودة الشاملة ومدى الأخذ بها في الجهة التي تعمل بها. الرجاء قراءة كل عبارة بتمعّن، وتحديد درجة موافقتك عليها بوضع دائرة حول الرقم المناسب.</a:t>
            </a:r>
            <a:endParaRPr lang="en-US" sz="1725" dirty="0"/>
          </a:p>
        </p:txBody>
      </p:sp>
      <p:sp>
        <p:nvSpPr>
          <p:cNvPr id="29" name="SK-15-text-28"/>
          <p:cNvSpPr/>
          <p:nvPr/>
        </p:nvSpPr>
        <p:spPr>
          <a:xfrm>
            <a:off x="5684193" y="4626322"/>
            <a:ext cx="5174307" cy="6200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441"/>
              </a:lnSpc>
              <a:buNone/>
            </a:pPr>
            <a:r>
              <a:rPr lang="en-US" sz="1575" dirty="0">
                <a:solidFill>
                  <a:srgbClr val="153D31"/>
                </a:solidFill>
              </a:rPr>
              <a:t>لكي يكون هذا التمرين ذا فائدة، يرجى الإجابة عن جميع الفقرات بموضوعية.</a:t>
            </a:r>
            <a:endParaRPr lang="en-US" sz="1575" dirty="0"/>
          </a:p>
        </p:txBody>
      </p:sp>
      <p:sp>
        <p:nvSpPr>
          <p:cNvPr id="30" name="SK-15-text-29"/>
          <p:cNvSpPr/>
          <p:nvPr/>
        </p:nvSpPr>
        <p:spPr>
          <a:xfrm>
            <a:off x="2279481" y="1711523"/>
            <a:ext cx="189023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2025" b="1" dirty="0">
                <a:solidFill>
                  <a:srgbClr val="0B5B45"/>
                </a:solidFill>
              </a:rPr>
              <a:t>تفسير الدرجات</a:t>
            </a:r>
            <a:endParaRPr lang="en-US" sz="2025" dirty="0"/>
          </a:p>
        </p:txBody>
      </p:sp>
      <p:sp>
        <p:nvSpPr>
          <p:cNvPr id="31" name="SK-15-text-30"/>
          <p:cNvSpPr/>
          <p:nvPr/>
        </p:nvSpPr>
        <p:spPr>
          <a:xfrm>
            <a:off x="3195310" y="3022699"/>
            <a:ext cx="1383983" cy="5334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725" b="1" dirty="0">
                <a:solidFill>
                  <a:srgbClr val="A33B3B"/>
                </a:solidFill>
              </a:rPr>
              <a:t>20 فأقل</a:t>
            </a:r>
            <a:endParaRPr lang="en-US" sz="1725" dirty="0"/>
          </a:p>
        </p:txBody>
      </p:sp>
      <p:sp>
        <p:nvSpPr>
          <p:cNvPr id="32" name="SK-15-text-31"/>
          <p:cNvSpPr/>
          <p:nvPr/>
        </p:nvSpPr>
        <p:spPr>
          <a:xfrm>
            <a:off x="790575" y="3156049"/>
            <a:ext cx="251236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الجهة لا تطبق الجودة إطلاقًا.</a:t>
            </a:r>
            <a:endParaRPr lang="en-US" sz="1500" dirty="0"/>
          </a:p>
        </p:txBody>
      </p:sp>
      <p:sp>
        <p:nvSpPr>
          <p:cNvPr id="33" name="SK-15-text-32"/>
          <p:cNvSpPr/>
          <p:nvPr/>
        </p:nvSpPr>
        <p:spPr>
          <a:xfrm>
            <a:off x="3733949" y="4127599"/>
            <a:ext cx="2125028" cy="2476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87641F"/>
                </a:solidFill>
              </a:rPr>
              <a:t>21–27</a:t>
            </a:r>
            <a:endParaRPr lang="en-US" sz="1725" dirty="0"/>
          </a:p>
        </p:txBody>
      </p:sp>
      <p:sp>
        <p:nvSpPr>
          <p:cNvPr id="34" name="SK-15-text-33"/>
          <p:cNvSpPr/>
          <p:nvPr/>
        </p:nvSpPr>
        <p:spPr>
          <a:xfrm>
            <a:off x="1000125" y="3984724"/>
            <a:ext cx="230281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الجهة تأخذ بمبدأ الجودة إلى حدٍّ ما.</a:t>
            </a:r>
            <a:endParaRPr lang="en-US" sz="1500" dirty="0"/>
          </a:p>
        </p:txBody>
      </p:sp>
      <p:sp>
        <p:nvSpPr>
          <p:cNvPr id="35" name="SK-15-text-34"/>
          <p:cNvSpPr/>
          <p:nvPr/>
        </p:nvSpPr>
        <p:spPr>
          <a:xfrm>
            <a:off x="3733949" y="5089624"/>
            <a:ext cx="2125028" cy="2476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0B5B45"/>
                </a:solidFill>
              </a:rPr>
              <a:t>28–35</a:t>
            </a:r>
            <a:endParaRPr lang="en-US" sz="1725" dirty="0"/>
          </a:p>
        </p:txBody>
      </p:sp>
      <p:sp>
        <p:nvSpPr>
          <p:cNvPr id="36" name="SK-15-text-35"/>
          <p:cNvSpPr/>
          <p:nvPr/>
        </p:nvSpPr>
        <p:spPr>
          <a:xfrm>
            <a:off x="790575" y="5080099"/>
            <a:ext cx="251236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الجهة تطبق الجودة بفاعلية.</a:t>
            </a:r>
            <a:endParaRPr lang="en-US" sz="150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E22653C-62D3-71F1-D5A8-E302E8C3FC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339923"/>
            <a:ext cx="38100" cy="361950"/>
          </a:xfrm>
          <a:prstGeom prst="rect">
            <a:avLst/>
          </a:prstGeom>
        </p:spPr>
      </p:pic>
      <p:pic>
        <p:nvPicPr>
          <p:cNvPr id="5" name="SK-1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7025" y="784771"/>
            <a:ext cx="952500" cy="19050"/>
          </a:xfrm>
          <a:prstGeom prst="rect">
            <a:avLst/>
          </a:prstGeom>
        </p:spPr>
      </p:pic>
      <p:pic>
        <p:nvPicPr>
          <p:cNvPr id="6" name="SK-1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42900"/>
            <a:ext cx="1276350" cy="419100"/>
          </a:xfrm>
          <a:prstGeom prst="rect">
            <a:avLst/>
          </a:prstGeom>
        </p:spPr>
      </p:pic>
      <p:pic>
        <p:nvPicPr>
          <p:cNvPr id="7" name="SK-1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5425" y="457200"/>
            <a:ext cx="190500" cy="190500"/>
          </a:xfrm>
          <a:prstGeom prst="rect">
            <a:avLst/>
          </a:prstGeom>
        </p:spPr>
      </p:pic>
      <p:pic>
        <p:nvPicPr>
          <p:cNvPr id="8" name="SK-1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1261021"/>
            <a:ext cx="10991850" cy="5235029"/>
          </a:xfrm>
          <a:prstGeom prst="rect">
            <a:avLst/>
          </a:prstGeom>
        </p:spPr>
      </p:pic>
      <p:pic>
        <p:nvPicPr>
          <p:cNvPr id="9" name="SK-16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750" y="1356271"/>
            <a:ext cx="10858500" cy="5044529"/>
          </a:xfrm>
          <a:prstGeom prst="rect">
            <a:avLst/>
          </a:prstGeom>
        </p:spPr>
      </p:pic>
      <p:pic>
        <p:nvPicPr>
          <p:cNvPr id="10" name="SK-16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67306" y="1356271"/>
            <a:ext cx="457944" cy="609600"/>
          </a:xfrm>
          <a:prstGeom prst="rect">
            <a:avLst/>
          </a:prstGeom>
        </p:spPr>
      </p:pic>
      <p:pic>
        <p:nvPicPr>
          <p:cNvPr id="11" name="SK-16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5674" y="1356271"/>
            <a:ext cx="4961632" cy="609600"/>
          </a:xfrm>
          <a:prstGeom prst="rect">
            <a:avLst/>
          </a:prstGeom>
        </p:spPr>
      </p:pic>
      <p:pic>
        <p:nvPicPr>
          <p:cNvPr id="12" name="SK-16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99311" y="1356271"/>
            <a:ext cx="906363" cy="609600"/>
          </a:xfrm>
          <a:prstGeom prst="rect">
            <a:avLst/>
          </a:prstGeom>
        </p:spPr>
      </p:pic>
      <p:pic>
        <p:nvPicPr>
          <p:cNvPr id="13" name="SK-16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92947" y="1356271"/>
            <a:ext cx="906363" cy="609600"/>
          </a:xfrm>
          <a:prstGeom prst="rect">
            <a:avLst/>
          </a:prstGeom>
        </p:spPr>
      </p:pic>
      <p:pic>
        <p:nvPicPr>
          <p:cNvPr id="14" name="SK-16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86584" y="1356271"/>
            <a:ext cx="906363" cy="609600"/>
          </a:xfrm>
          <a:prstGeom prst="rect">
            <a:avLst/>
          </a:prstGeom>
        </p:spPr>
      </p:pic>
      <p:pic>
        <p:nvPicPr>
          <p:cNvPr id="15" name="SK-16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80221" y="1356271"/>
            <a:ext cx="906363" cy="609600"/>
          </a:xfrm>
          <a:prstGeom prst="rect">
            <a:avLst/>
          </a:prstGeom>
        </p:spPr>
      </p:pic>
      <p:pic>
        <p:nvPicPr>
          <p:cNvPr id="16" name="SK-16-img-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73857" y="1356271"/>
            <a:ext cx="906363" cy="609600"/>
          </a:xfrm>
          <a:prstGeom prst="rect">
            <a:avLst/>
          </a:prstGeom>
        </p:spPr>
      </p:pic>
      <p:pic>
        <p:nvPicPr>
          <p:cNvPr id="17" name="SK-16-img-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750" y="1356271"/>
            <a:ext cx="907107" cy="609600"/>
          </a:xfrm>
          <a:prstGeom prst="rect">
            <a:avLst/>
          </a:prstGeom>
        </p:spPr>
      </p:pic>
      <p:pic>
        <p:nvPicPr>
          <p:cNvPr id="18" name="SK-16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67306" y="1965871"/>
            <a:ext cx="457944" cy="509885"/>
          </a:xfrm>
          <a:prstGeom prst="rect">
            <a:avLst/>
          </a:prstGeom>
        </p:spPr>
      </p:pic>
      <p:pic>
        <p:nvPicPr>
          <p:cNvPr id="19" name="SK-16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05674" y="1965871"/>
            <a:ext cx="4961632" cy="509885"/>
          </a:xfrm>
          <a:prstGeom prst="rect">
            <a:avLst/>
          </a:prstGeom>
        </p:spPr>
      </p:pic>
      <p:pic>
        <p:nvPicPr>
          <p:cNvPr id="20" name="SK-16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99311" y="1965871"/>
            <a:ext cx="906363" cy="509885"/>
          </a:xfrm>
          <a:prstGeom prst="rect">
            <a:avLst/>
          </a:prstGeom>
        </p:spPr>
      </p:pic>
      <p:pic>
        <p:nvPicPr>
          <p:cNvPr id="21" name="SK-16-img-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14380" y="2082701"/>
            <a:ext cx="276225" cy="276225"/>
          </a:xfrm>
          <a:prstGeom prst="rect">
            <a:avLst/>
          </a:prstGeom>
        </p:spPr>
      </p:pic>
      <p:pic>
        <p:nvPicPr>
          <p:cNvPr id="22" name="SK-16-img-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92947" y="1965871"/>
            <a:ext cx="906363" cy="509885"/>
          </a:xfrm>
          <a:prstGeom prst="rect">
            <a:avLst/>
          </a:prstGeom>
        </p:spPr>
      </p:pic>
      <p:pic>
        <p:nvPicPr>
          <p:cNvPr id="23" name="SK-16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08016" y="2082701"/>
            <a:ext cx="276225" cy="276225"/>
          </a:xfrm>
          <a:prstGeom prst="rect">
            <a:avLst/>
          </a:prstGeom>
        </p:spPr>
      </p:pic>
      <p:pic>
        <p:nvPicPr>
          <p:cNvPr id="24" name="SK-16-img-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86584" y="1965871"/>
            <a:ext cx="906363" cy="509885"/>
          </a:xfrm>
          <a:prstGeom prst="rect">
            <a:avLst/>
          </a:prstGeom>
        </p:spPr>
      </p:pic>
      <p:pic>
        <p:nvPicPr>
          <p:cNvPr id="25" name="SK-16-img-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01653" y="2082701"/>
            <a:ext cx="276225" cy="276225"/>
          </a:xfrm>
          <a:prstGeom prst="rect">
            <a:avLst/>
          </a:prstGeom>
        </p:spPr>
      </p:pic>
      <p:pic>
        <p:nvPicPr>
          <p:cNvPr id="26" name="SK-16-img-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80221" y="1965871"/>
            <a:ext cx="906363" cy="509885"/>
          </a:xfrm>
          <a:prstGeom prst="rect">
            <a:avLst/>
          </a:prstGeom>
        </p:spPr>
      </p:pic>
      <p:pic>
        <p:nvPicPr>
          <p:cNvPr id="27" name="SK-16-img-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95290" y="2082701"/>
            <a:ext cx="276225" cy="276225"/>
          </a:xfrm>
          <a:prstGeom prst="rect">
            <a:avLst/>
          </a:prstGeom>
        </p:spPr>
      </p:pic>
      <p:pic>
        <p:nvPicPr>
          <p:cNvPr id="28" name="SK-16-img-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73857" y="1965871"/>
            <a:ext cx="906363" cy="509885"/>
          </a:xfrm>
          <a:prstGeom prst="rect">
            <a:avLst/>
          </a:prstGeom>
        </p:spPr>
      </p:pic>
      <p:pic>
        <p:nvPicPr>
          <p:cNvPr id="29" name="SK-16-img-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88927" y="2082701"/>
            <a:ext cx="276225" cy="276225"/>
          </a:xfrm>
          <a:prstGeom prst="rect">
            <a:avLst/>
          </a:prstGeom>
        </p:spPr>
      </p:pic>
      <p:pic>
        <p:nvPicPr>
          <p:cNvPr id="30" name="SK-16-img-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6750" y="1965871"/>
            <a:ext cx="907107" cy="509885"/>
          </a:xfrm>
          <a:prstGeom prst="rect">
            <a:avLst/>
          </a:prstGeom>
        </p:spPr>
      </p:pic>
      <p:pic>
        <p:nvPicPr>
          <p:cNvPr id="31" name="SK-16-img-3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2266" y="2082701"/>
            <a:ext cx="276225" cy="276225"/>
          </a:xfrm>
          <a:prstGeom prst="rect">
            <a:avLst/>
          </a:prstGeom>
        </p:spPr>
      </p:pic>
      <p:pic>
        <p:nvPicPr>
          <p:cNvPr id="32" name="SK-16-img-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067306" y="2475756"/>
            <a:ext cx="457944" cy="509885"/>
          </a:xfrm>
          <a:prstGeom prst="rect">
            <a:avLst/>
          </a:prstGeom>
        </p:spPr>
      </p:pic>
      <p:pic>
        <p:nvPicPr>
          <p:cNvPr id="33" name="SK-16-img-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05674" y="2475756"/>
            <a:ext cx="4961632" cy="509885"/>
          </a:xfrm>
          <a:prstGeom prst="rect">
            <a:avLst/>
          </a:prstGeom>
        </p:spPr>
      </p:pic>
      <p:pic>
        <p:nvPicPr>
          <p:cNvPr id="34" name="SK-16-img-3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199311" y="2475756"/>
            <a:ext cx="906363" cy="509885"/>
          </a:xfrm>
          <a:prstGeom prst="rect">
            <a:avLst/>
          </a:prstGeom>
        </p:spPr>
      </p:pic>
      <p:pic>
        <p:nvPicPr>
          <p:cNvPr id="35" name="SK-16-img-34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14380" y="2592586"/>
            <a:ext cx="276225" cy="276225"/>
          </a:xfrm>
          <a:prstGeom prst="rect">
            <a:avLst/>
          </a:prstGeom>
        </p:spPr>
      </p:pic>
      <p:pic>
        <p:nvPicPr>
          <p:cNvPr id="36" name="SK-16-img-35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292947" y="2475756"/>
            <a:ext cx="906363" cy="509885"/>
          </a:xfrm>
          <a:prstGeom prst="rect">
            <a:avLst/>
          </a:prstGeom>
        </p:spPr>
      </p:pic>
      <p:pic>
        <p:nvPicPr>
          <p:cNvPr id="37" name="SK-16-img-36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608016" y="2592586"/>
            <a:ext cx="276225" cy="276225"/>
          </a:xfrm>
          <a:prstGeom prst="rect">
            <a:avLst/>
          </a:prstGeom>
        </p:spPr>
      </p:pic>
      <p:pic>
        <p:nvPicPr>
          <p:cNvPr id="38" name="SK-16-img-37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86584" y="2475756"/>
            <a:ext cx="906363" cy="509885"/>
          </a:xfrm>
          <a:prstGeom prst="rect">
            <a:avLst/>
          </a:prstGeom>
        </p:spPr>
      </p:pic>
      <p:pic>
        <p:nvPicPr>
          <p:cNvPr id="39" name="SK-16-img-38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701653" y="2592586"/>
            <a:ext cx="276225" cy="276225"/>
          </a:xfrm>
          <a:prstGeom prst="rect">
            <a:avLst/>
          </a:prstGeom>
        </p:spPr>
      </p:pic>
      <p:pic>
        <p:nvPicPr>
          <p:cNvPr id="40" name="SK-16-img-39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480221" y="2475756"/>
            <a:ext cx="906363" cy="509885"/>
          </a:xfrm>
          <a:prstGeom prst="rect">
            <a:avLst/>
          </a:prstGeom>
        </p:spPr>
      </p:pic>
      <p:pic>
        <p:nvPicPr>
          <p:cNvPr id="41" name="SK-16-img-40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795290" y="2592586"/>
            <a:ext cx="276225" cy="276225"/>
          </a:xfrm>
          <a:prstGeom prst="rect">
            <a:avLst/>
          </a:prstGeom>
        </p:spPr>
      </p:pic>
      <p:pic>
        <p:nvPicPr>
          <p:cNvPr id="42" name="SK-16-img-41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573857" y="2475756"/>
            <a:ext cx="906363" cy="509885"/>
          </a:xfrm>
          <a:prstGeom prst="rect">
            <a:avLst/>
          </a:prstGeom>
        </p:spPr>
      </p:pic>
      <p:pic>
        <p:nvPicPr>
          <p:cNvPr id="43" name="SK-16-img-42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888927" y="2592586"/>
            <a:ext cx="276225" cy="276225"/>
          </a:xfrm>
          <a:prstGeom prst="rect">
            <a:avLst/>
          </a:prstGeom>
        </p:spPr>
      </p:pic>
      <p:pic>
        <p:nvPicPr>
          <p:cNvPr id="44" name="SK-16-img-43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66750" y="2475756"/>
            <a:ext cx="907107" cy="509885"/>
          </a:xfrm>
          <a:prstGeom prst="rect">
            <a:avLst/>
          </a:prstGeom>
        </p:spPr>
      </p:pic>
      <p:pic>
        <p:nvPicPr>
          <p:cNvPr id="45" name="SK-16-img-4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2266" y="2592586"/>
            <a:ext cx="276225" cy="276225"/>
          </a:xfrm>
          <a:prstGeom prst="rect">
            <a:avLst/>
          </a:prstGeom>
        </p:spPr>
      </p:pic>
      <p:pic>
        <p:nvPicPr>
          <p:cNvPr id="46" name="SK-16-img-45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067306" y="2985641"/>
            <a:ext cx="457944" cy="726132"/>
          </a:xfrm>
          <a:prstGeom prst="rect">
            <a:avLst/>
          </a:prstGeom>
        </p:spPr>
      </p:pic>
      <p:pic>
        <p:nvPicPr>
          <p:cNvPr id="47" name="SK-16-img-46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105674" y="2985641"/>
            <a:ext cx="4961632" cy="726132"/>
          </a:xfrm>
          <a:prstGeom prst="rect">
            <a:avLst/>
          </a:prstGeom>
        </p:spPr>
      </p:pic>
      <p:pic>
        <p:nvPicPr>
          <p:cNvPr id="48" name="SK-16-img-47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199311" y="2985641"/>
            <a:ext cx="906363" cy="726132"/>
          </a:xfrm>
          <a:prstGeom prst="rect">
            <a:avLst/>
          </a:prstGeom>
        </p:spPr>
      </p:pic>
      <p:pic>
        <p:nvPicPr>
          <p:cNvPr id="49" name="SK-16-img-4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14380" y="3210520"/>
            <a:ext cx="276225" cy="276225"/>
          </a:xfrm>
          <a:prstGeom prst="rect">
            <a:avLst/>
          </a:prstGeom>
        </p:spPr>
      </p:pic>
      <p:pic>
        <p:nvPicPr>
          <p:cNvPr id="50" name="SK-16-img-49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292947" y="2985641"/>
            <a:ext cx="906363" cy="726132"/>
          </a:xfrm>
          <a:prstGeom prst="rect">
            <a:avLst/>
          </a:prstGeom>
        </p:spPr>
      </p:pic>
      <p:pic>
        <p:nvPicPr>
          <p:cNvPr id="51" name="SK-16-img-5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608016" y="3210520"/>
            <a:ext cx="276225" cy="276225"/>
          </a:xfrm>
          <a:prstGeom prst="rect">
            <a:avLst/>
          </a:prstGeom>
        </p:spPr>
      </p:pic>
      <p:pic>
        <p:nvPicPr>
          <p:cNvPr id="52" name="SK-16-img-51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386584" y="2985641"/>
            <a:ext cx="906363" cy="726132"/>
          </a:xfrm>
          <a:prstGeom prst="rect">
            <a:avLst/>
          </a:prstGeom>
        </p:spPr>
      </p:pic>
      <p:pic>
        <p:nvPicPr>
          <p:cNvPr id="53" name="SK-16-img-5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701653" y="3210520"/>
            <a:ext cx="276225" cy="276225"/>
          </a:xfrm>
          <a:prstGeom prst="rect">
            <a:avLst/>
          </a:prstGeom>
        </p:spPr>
      </p:pic>
      <p:pic>
        <p:nvPicPr>
          <p:cNvPr id="54" name="SK-16-img-53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480221" y="2985641"/>
            <a:ext cx="906363" cy="726132"/>
          </a:xfrm>
          <a:prstGeom prst="rect">
            <a:avLst/>
          </a:prstGeom>
        </p:spPr>
      </p:pic>
      <p:pic>
        <p:nvPicPr>
          <p:cNvPr id="55" name="SK-16-img-54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795290" y="3210520"/>
            <a:ext cx="276225" cy="276225"/>
          </a:xfrm>
          <a:prstGeom prst="rect">
            <a:avLst/>
          </a:prstGeom>
        </p:spPr>
      </p:pic>
      <p:pic>
        <p:nvPicPr>
          <p:cNvPr id="56" name="SK-16-img-55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573857" y="2985641"/>
            <a:ext cx="906363" cy="726132"/>
          </a:xfrm>
          <a:prstGeom prst="rect">
            <a:avLst/>
          </a:prstGeom>
        </p:spPr>
      </p:pic>
      <p:pic>
        <p:nvPicPr>
          <p:cNvPr id="57" name="SK-16-img-56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888927" y="3210520"/>
            <a:ext cx="276225" cy="276225"/>
          </a:xfrm>
          <a:prstGeom prst="rect">
            <a:avLst/>
          </a:prstGeom>
        </p:spPr>
      </p:pic>
      <p:pic>
        <p:nvPicPr>
          <p:cNvPr id="58" name="SK-16-img-57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66750" y="2985641"/>
            <a:ext cx="907107" cy="726132"/>
          </a:xfrm>
          <a:prstGeom prst="rect">
            <a:avLst/>
          </a:prstGeom>
        </p:spPr>
      </p:pic>
      <p:pic>
        <p:nvPicPr>
          <p:cNvPr id="59" name="SK-16-img-58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82266" y="3210520"/>
            <a:ext cx="276225" cy="276225"/>
          </a:xfrm>
          <a:prstGeom prst="rect">
            <a:avLst/>
          </a:prstGeom>
        </p:spPr>
      </p:pic>
      <p:pic>
        <p:nvPicPr>
          <p:cNvPr id="60" name="SK-16-img-59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1067306" y="3711773"/>
            <a:ext cx="457944" cy="726132"/>
          </a:xfrm>
          <a:prstGeom prst="rect">
            <a:avLst/>
          </a:prstGeom>
        </p:spPr>
      </p:pic>
      <p:pic>
        <p:nvPicPr>
          <p:cNvPr id="61" name="SK-16-img-60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105674" y="3711773"/>
            <a:ext cx="4961632" cy="726132"/>
          </a:xfrm>
          <a:prstGeom prst="rect">
            <a:avLst/>
          </a:prstGeom>
        </p:spPr>
      </p:pic>
      <p:pic>
        <p:nvPicPr>
          <p:cNvPr id="62" name="SK-16-img-61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199311" y="3711773"/>
            <a:ext cx="906363" cy="726132"/>
          </a:xfrm>
          <a:prstGeom prst="rect">
            <a:avLst/>
          </a:prstGeom>
        </p:spPr>
      </p:pic>
      <p:pic>
        <p:nvPicPr>
          <p:cNvPr id="63" name="SK-16-img-6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14380" y="3936653"/>
            <a:ext cx="276225" cy="276225"/>
          </a:xfrm>
          <a:prstGeom prst="rect">
            <a:avLst/>
          </a:prstGeom>
        </p:spPr>
      </p:pic>
      <p:pic>
        <p:nvPicPr>
          <p:cNvPr id="64" name="SK-16-img-63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292947" y="3711773"/>
            <a:ext cx="906363" cy="726132"/>
          </a:xfrm>
          <a:prstGeom prst="rect">
            <a:avLst/>
          </a:prstGeom>
        </p:spPr>
      </p:pic>
      <p:pic>
        <p:nvPicPr>
          <p:cNvPr id="65" name="SK-16-img-6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608016" y="3936653"/>
            <a:ext cx="276225" cy="276225"/>
          </a:xfrm>
          <a:prstGeom prst="rect">
            <a:avLst/>
          </a:prstGeom>
        </p:spPr>
      </p:pic>
      <p:pic>
        <p:nvPicPr>
          <p:cNvPr id="66" name="SK-16-img-65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386584" y="3711773"/>
            <a:ext cx="906363" cy="726132"/>
          </a:xfrm>
          <a:prstGeom prst="rect">
            <a:avLst/>
          </a:prstGeom>
        </p:spPr>
      </p:pic>
      <p:pic>
        <p:nvPicPr>
          <p:cNvPr id="67" name="SK-16-img-66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701653" y="3936653"/>
            <a:ext cx="276225" cy="276225"/>
          </a:xfrm>
          <a:prstGeom prst="rect">
            <a:avLst/>
          </a:prstGeom>
        </p:spPr>
      </p:pic>
      <p:pic>
        <p:nvPicPr>
          <p:cNvPr id="68" name="SK-16-img-67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480221" y="3711773"/>
            <a:ext cx="906363" cy="726132"/>
          </a:xfrm>
          <a:prstGeom prst="rect">
            <a:avLst/>
          </a:prstGeom>
        </p:spPr>
      </p:pic>
      <p:pic>
        <p:nvPicPr>
          <p:cNvPr id="69" name="SK-16-img-68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795290" y="3936653"/>
            <a:ext cx="276225" cy="276225"/>
          </a:xfrm>
          <a:prstGeom prst="rect">
            <a:avLst/>
          </a:prstGeom>
        </p:spPr>
      </p:pic>
      <p:pic>
        <p:nvPicPr>
          <p:cNvPr id="70" name="SK-16-img-69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573857" y="3711773"/>
            <a:ext cx="906363" cy="726132"/>
          </a:xfrm>
          <a:prstGeom prst="rect">
            <a:avLst/>
          </a:prstGeom>
        </p:spPr>
      </p:pic>
      <p:pic>
        <p:nvPicPr>
          <p:cNvPr id="71" name="SK-16-img-70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888927" y="3936653"/>
            <a:ext cx="276225" cy="276225"/>
          </a:xfrm>
          <a:prstGeom prst="rect">
            <a:avLst/>
          </a:prstGeom>
        </p:spPr>
      </p:pic>
      <p:pic>
        <p:nvPicPr>
          <p:cNvPr id="72" name="SK-16-img-71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66750" y="3711773"/>
            <a:ext cx="907107" cy="726132"/>
          </a:xfrm>
          <a:prstGeom prst="rect">
            <a:avLst/>
          </a:prstGeom>
        </p:spPr>
      </p:pic>
      <p:pic>
        <p:nvPicPr>
          <p:cNvPr id="73" name="SK-16-img-7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82266" y="3936653"/>
            <a:ext cx="276225" cy="276225"/>
          </a:xfrm>
          <a:prstGeom prst="rect">
            <a:avLst/>
          </a:prstGeom>
        </p:spPr>
      </p:pic>
      <p:pic>
        <p:nvPicPr>
          <p:cNvPr id="74" name="SK-16-img-73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1067306" y="4437906"/>
            <a:ext cx="457944" cy="509885"/>
          </a:xfrm>
          <a:prstGeom prst="rect">
            <a:avLst/>
          </a:prstGeom>
        </p:spPr>
      </p:pic>
      <p:pic>
        <p:nvPicPr>
          <p:cNvPr id="75" name="SK-16-img-74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105674" y="4437906"/>
            <a:ext cx="4961632" cy="509885"/>
          </a:xfrm>
          <a:prstGeom prst="rect">
            <a:avLst/>
          </a:prstGeom>
        </p:spPr>
      </p:pic>
      <p:pic>
        <p:nvPicPr>
          <p:cNvPr id="76" name="SK-16-img-75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199311" y="4437906"/>
            <a:ext cx="906363" cy="509885"/>
          </a:xfrm>
          <a:prstGeom prst="rect">
            <a:avLst/>
          </a:prstGeom>
        </p:spPr>
      </p:pic>
      <p:pic>
        <p:nvPicPr>
          <p:cNvPr id="77" name="SK-16-img-76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14380" y="4554736"/>
            <a:ext cx="276225" cy="276225"/>
          </a:xfrm>
          <a:prstGeom prst="rect">
            <a:avLst/>
          </a:prstGeom>
        </p:spPr>
      </p:pic>
      <p:pic>
        <p:nvPicPr>
          <p:cNvPr id="78" name="SK-16-img-77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292947" y="4437906"/>
            <a:ext cx="906363" cy="509885"/>
          </a:xfrm>
          <a:prstGeom prst="rect">
            <a:avLst/>
          </a:prstGeom>
        </p:spPr>
      </p:pic>
      <p:pic>
        <p:nvPicPr>
          <p:cNvPr id="79" name="SK-16-img-78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608016" y="4554736"/>
            <a:ext cx="276225" cy="276225"/>
          </a:xfrm>
          <a:prstGeom prst="rect">
            <a:avLst/>
          </a:prstGeom>
        </p:spPr>
      </p:pic>
      <p:pic>
        <p:nvPicPr>
          <p:cNvPr id="80" name="SK-16-img-79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386584" y="4437906"/>
            <a:ext cx="906363" cy="509885"/>
          </a:xfrm>
          <a:prstGeom prst="rect">
            <a:avLst/>
          </a:prstGeom>
        </p:spPr>
      </p:pic>
      <p:pic>
        <p:nvPicPr>
          <p:cNvPr id="81" name="SK-16-img-80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701653" y="4554736"/>
            <a:ext cx="276225" cy="276225"/>
          </a:xfrm>
          <a:prstGeom prst="rect">
            <a:avLst/>
          </a:prstGeom>
        </p:spPr>
      </p:pic>
      <p:pic>
        <p:nvPicPr>
          <p:cNvPr id="82" name="SK-16-img-81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480221" y="4437906"/>
            <a:ext cx="906363" cy="509885"/>
          </a:xfrm>
          <a:prstGeom prst="rect">
            <a:avLst/>
          </a:prstGeom>
        </p:spPr>
      </p:pic>
      <p:pic>
        <p:nvPicPr>
          <p:cNvPr id="83" name="SK-16-img-82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795290" y="4554736"/>
            <a:ext cx="276225" cy="276225"/>
          </a:xfrm>
          <a:prstGeom prst="rect">
            <a:avLst/>
          </a:prstGeom>
        </p:spPr>
      </p:pic>
      <p:pic>
        <p:nvPicPr>
          <p:cNvPr id="84" name="SK-16-img-83" descr="preencode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573857" y="4437906"/>
            <a:ext cx="906363" cy="509885"/>
          </a:xfrm>
          <a:prstGeom prst="rect">
            <a:avLst/>
          </a:prstGeom>
        </p:spPr>
      </p:pic>
      <p:pic>
        <p:nvPicPr>
          <p:cNvPr id="85" name="SK-16-img-84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888927" y="4554736"/>
            <a:ext cx="276225" cy="276225"/>
          </a:xfrm>
          <a:prstGeom prst="rect">
            <a:avLst/>
          </a:prstGeom>
        </p:spPr>
      </p:pic>
      <p:pic>
        <p:nvPicPr>
          <p:cNvPr id="86" name="SK-16-img-85" descr="preencoded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66750" y="4437906"/>
            <a:ext cx="907107" cy="509885"/>
          </a:xfrm>
          <a:prstGeom prst="rect">
            <a:avLst/>
          </a:prstGeom>
        </p:spPr>
      </p:pic>
      <p:pic>
        <p:nvPicPr>
          <p:cNvPr id="87" name="SK-16-img-86" descr="preencoded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982266" y="4554736"/>
            <a:ext cx="276225" cy="276225"/>
          </a:xfrm>
          <a:prstGeom prst="rect">
            <a:avLst/>
          </a:prstGeom>
        </p:spPr>
      </p:pic>
      <p:pic>
        <p:nvPicPr>
          <p:cNvPr id="88" name="SK-16-img-87" descr="preencoded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1067306" y="4947791"/>
            <a:ext cx="457944" cy="726132"/>
          </a:xfrm>
          <a:prstGeom prst="rect">
            <a:avLst/>
          </a:prstGeom>
        </p:spPr>
      </p:pic>
      <p:pic>
        <p:nvPicPr>
          <p:cNvPr id="89" name="SK-16-img-88" descr="preencoded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6105674" y="4947791"/>
            <a:ext cx="4961632" cy="726132"/>
          </a:xfrm>
          <a:prstGeom prst="rect">
            <a:avLst/>
          </a:prstGeom>
        </p:spPr>
      </p:pic>
      <p:pic>
        <p:nvPicPr>
          <p:cNvPr id="90" name="SK-16-img-89" descr="preencoded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5199311" y="4947791"/>
            <a:ext cx="906363" cy="726132"/>
          </a:xfrm>
          <a:prstGeom prst="rect">
            <a:avLst/>
          </a:prstGeom>
        </p:spPr>
      </p:pic>
      <p:pic>
        <p:nvPicPr>
          <p:cNvPr id="91" name="SK-16-img-9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14380" y="5172670"/>
            <a:ext cx="276225" cy="276225"/>
          </a:xfrm>
          <a:prstGeom prst="rect">
            <a:avLst/>
          </a:prstGeom>
        </p:spPr>
      </p:pic>
      <p:pic>
        <p:nvPicPr>
          <p:cNvPr id="92" name="SK-16-img-91" descr="preencoded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4292947" y="4947791"/>
            <a:ext cx="906363" cy="726132"/>
          </a:xfrm>
          <a:prstGeom prst="rect">
            <a:avLst/>
          </a:prstGeom>
        </p:spPr>
      </p:pic>
      <p:pic>
        <p:nvPicPr>
          <p:cNvPr id="93" name="SK-16-img-9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08016" y="5172670"/>
            <a:ext cx="276225" cy="276225"/>
          </a:xfrm>
          <a:prstGeom prst="rect">
            <a:avLst/>
          </a:prstGeom>
        </p:spPr>
      </p:pic>
      <p:pic>
        <p:nvPicPr>
          <p:cNvPr id="94" name="SK-16-img-93" descr="preencoded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3386584" y="4947791"/>
            <a:ext cx="906363" cy="726132"/>
          </a:xfrm>
          <a:prstGeom prst="rect">
            <a:avLst/>
          </a:prstGeom>
        </p:spPr>
      </p:pic>
      <p:pic>
        <p:nvPicPr>
          <p:cNvPr id="95" name="SK-16-img-9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01653" y="5172670"/>
            <a:ext cx="276225" cy="276225"/>
          </a:xfrm>
          <a:prstGeom prst="rect">
            <a:avLst/>
          </a:prstGeom>
        </p:spPr>
      </p:pic>
      <p:pic>
        <p:nvPicPr>
          <p:cNvPr id="96" name="SK-16-img-95" descr="preencoded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480221" y="4947791"/>
            <a:ext cx="906363" cy="726132"/>
          </a:xfrm>
          <a:prstGeom prst="rect">
            <a:avLst/>
          </a:prstGeom>
        </p:spPr>
      </p:pic>
      <p:pic>
        <p:nvPicPr>
          <p:cNvPr id="97" name="SK-16-img-9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95290" y="5172670"/>
            <a:ext cx="276225" cy="276225"/>
          </a:xfrm>
          <a:prstGeom prst="rect">
            <a:avLst/>
          </a:prstGeom>
        </p:spPr>
      </p:pic>
      <p:pic>
        <p:nvPicPr>
          <p:cNvPr id="98" name="SK-16-img-97" descr="preencoded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573857" y="4947791"/>
            <a:ext cx="906363" cy="726132"/>
          </a:xfrm>
          <a:prstGeom prst="rect">
            <a:avLst/>
          </a:prstGeom>
        </p:spPr>
      </p:pic>
      <p:pic>
        <p:nvPicPr>
          <p:cNvPr id="99" name="SK-16-img-9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88927" y="5172670"/>
            <a:ext cx="276225" cy="276225"/>
          </a:xfrm>
          <a:prstGeom prst="rect">
            <a:avLst/>
          </a:prstGeom>
        </p:spPr>
      </p:pic>
      <p:pic>
        <p:nvPicPr>
          <p:cNvPr id="100" name="SK-16-img-99" descr="preencoded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666750" y="4947791"/>
            <a:ext cx="907107" cy="726132"/>
          </a:xfrm>
          <a:prstGeom prst="rect">
            <a:avLst/>
          </a:prstGeom>
        </p:spPr>
      </p:pic>
      <p:pic>
        <p:nvPicPr>
          <p:cNvPr id="101" name="SK-16-img-10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2266" y="5172670"/>
            <a:ext cx="276225" cy="276225"/>
          </a:xfrm>
          <a:prstGeom prst="rect">
            <a:avLst/>
          </a:prstGeom>
        </p:spPr>
      </p:pic>
      <p:pic>
        <p:nvPicPr>
          <p:cNvPr id="102" name="SK-16-img-101" descr="preencoded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1067306" y="5673923"/>
            <a:ext cx="457944" cy="726877"/>
          </a:xfrm>
          <a:prstGeom prst="rect">
            <a:avLst/>
          </a:prstGeom>
        </p:spPr>
      </p:pic>
      <p:pic>
        <p:nvPicPr>
          <p:cNvPr id="103" name="SK-16-img-102" descr="preencoded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6105674" y="5673923"/>
            <a:ext cx="4961632" cy="726877"/>
          </a:xfrm>
          <a:prstGeom prst="rect">
            <a:avLst/>
          </a:prstGeom>
        </p:spPr>
      </p:pic>
      <p:pic>
        <p:nvPicPr>
          <p:cNvPr id="104" name="SK-16-img-103" descr="preencoded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5199311" y="5673923"/>
            <a:ext cx="906363" cy="726877"/>
          </a:xfrm>
          <a:prstGeom prst="rect">
            <a:avLst/>
          </a:prstGeom>
        </p:spPr>
      </p:pic>
      <p:pic>
        <p:nvPicPr>
          <p:cNvPr id="105" name="SK-16-img-104" descr="preencoded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5514380" y="5899249"/>
            <a:ext cx="276225" cy="276225"/>
          </a:xfrm>
          <a:prstGeom prst="rect">
            <a:avLst/>
          </a:prstGeom>
        </p:spPr>
      </p:pic>
      <p:pic>
        <p:nvPicPr>
          <p:cNvPr id="106" name="SK-16-img-105" descr="preencoded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4292947" y="5673923"/>
            <a:ext cx="906363" cy="726877"/>
          </a:xfrm>
          <a:prstGeom prst="rect">
            <a:avLst/>
          </a:prstGeom>
        </p:spPr>
      </p:pic>
      <p:pic>
        <p:nvPicPr>
          <p:cNvPr id="107" name="SK-16-img-106" descr="preencoded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608016" y="5899249"/>
            <a:ext cx="276225" cy="276225"/>
          </a:xfrm>
          <a:prstGeom prst="rect">
            <a:avLst/>
          </a:prstGeom>
        </p:spPr>
      </p:pic>
      <p:pic>
        <p:nvPicPr>
          <p:cNvPr id="108" name="SK-16-img-107" descr="preencoded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3386584" y="5673923"/>
            <a:ext cx="906363" cy="726877"/>
          </a:xfrm>
          <a:prstGeom prst="rect">
            <a:avLst/>
          </a:prstGeom>
        </p:spPr>
      </p:pic>
      <p:pic>
        <p:nvPicPr>
          <p:cNvPr id="109" name="SK-16-img-108" descr="preencoded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3701653" y="5899249"/>
            <a:ext cx="276225" cy="276225"/>
          </a:xfrm>
          <a:prstGeom prst="rect">
            <a:avLst/>
          </a:prstGeom>
        </p:spPr>
      </p:pic>
      <p:pic>
        <p:nvPicPr>
          <p:cNvPr id="110" name="SK-16-img-109" descr="preencoded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480221" y="5673923"/>
            <a:ext cx="906363" cy="726877"/>
          </a:xfrm>
          <a:prstGeom prst="rect">
            <a:avLst/>
          </a:prstGeom>
        </p:spPr>
      </p:pic>
      <p:pic>
        <p:nvPicPr>
          <p:cNvPr id="111" name="SK-16-img-110" descr="preencoded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795290" y="5899249"/>
            <a:ext cx="276225" cy="276225"/>
          </a:xfrm>
          <a:prstGeom prst="rect">
            <a:avLst/>
          </a:prstGeom>
        </p:spPr>
      </p:pic>
      <p:pic>
        <p:nvPicPr>
          <p:cNvPr id="112" name="SK-16-img-111" descr="preencoded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1573857" y="5673923"/>
            <a:ext cx="906363" cy="726877"/>
          </a:xfrm>
          <a:prstGeom prst="rect">
            <a:avLst/>
          </a:prstGeom>
        </p:spPr>
      </p:pic>
      <p:pic>
        <p:nvPicPr>
          <p:cNvPr id="113" name="SK-16-img-112" descr="preencoded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1888927" y="5899249"/>
            <a:ext cx="276225" cy="276225"/>
          </a:xfrm>
          <a:prstGeom prst="rect">
            <a:avLst/>
          </a:prstGeom>
        </p:spPr>
      </p:pic>
      <p:pic>
        <p:nvPicPr>
          <p:cNvPr id="114" name="SK-16-img-113" descr="preencoded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666750" y="5673923"/>
            <a:ext cx="907107" cy="726877"/>
          </a:xfrm>
          <a:prstGeom prst="rect">
            <a:avLst/>
          </a:prstGeom>
        </p:spPr>
      </p:pic>
      <p:pic>
        <p:nvPicPr>
          <p:cNvPr id="115" name="SK-16-img-114" descr="preencoded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982266" y="5899249"/>
            <a:ext cx="276225" cy="276225"/>
          </a:xfrm>
          <a:prstGeom prst="rect">
            <a:avLst/>
          </a:prstGeom>
        </p:spPr>
      </p:pic>
      <p:sp>
        <p:nvSpPr>
          <p:cNvPr id="117" name="SK-16-text-116"/>
          <p:cNvSpPr/>
          <p:nvPr/>
        </p:nvSpPr>
        <p:spPr>
          <a:xfrm>
            <a:off x="6166485" y="323850"/>
            <a:ext cx="5273040" cy="3942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0B5B45"/>
                </a:solidFill>
              </a:rPr>
              <a:t>استبانة تطبيق إدارة الجودة الشاملة</a:t>
            </a:r>
            <a:endParaRPr lang="en-US" sz="2700" dirty="0"/>
          </a:p>
        </p:txBody>
      </p:sp>
      <p:sp>
        <p:nvSpPr>
          <p:cNvPr id="118" name="SK-16-text-117"/>
          <p:cNvSpPr/>
          <p:nvPr/>
        </p:nvSpPr>
        <p:spPr>
          <a:xfrm>
            <a:off x="6238875" y="860971"/>
            <a:ext cx="520065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666666"/>
                </a:solidFill>
              </a:rPr>
              <a:t>ضع دائرة حول الرقم الذي يعبّر عن درجة موافقتك على كل عبارة</a:t>
            </a:r>
            <a:endParaRPr lang="en-US" sz="1500" dirty="0"/>
          </a:p>
        </p:txBody>
      </p:sp>
      <p:sp>
        <p:nvSpPr>
          <p:cNvPr id="119" name="SK-16-text-118"/>
          <p:cNvSpPr/>
          <p:nvPr/>
        </p:nvSpPr>
        <p:spPr>
          <a:xfrm>
            <a:off x="523875" y="433388"/>
            <a:ext cx="885825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53D31"/>
                </a:solidFill>
              </a:rPr>
              <a:t>5 </a:t>
            </a:r>
            <a:r>
              <a:rPr lang="ar-SA" sz="1500" b="1" dirty="0">
                <a:solidFill>
                  <a:srgbClr val="153D31"/>
                </a:solidFill>
              </a:rPr>
              <a:t> دقائق</a:t>
            </a:r>
            <a:endParaRPr lang="en-US" sz="1500" dirty="0"/>
          </a:p>
        </p:txBody>
      </p:sp>
      <p:sp>
        <p:nvSpPr>
          <p:cNvPr id="120" name="SK-16-text-119"/>
          <p:cNvSpPr/>
          <p:nvPr/>
        </p:nvSpPr>
        <p:spPr>
          <a:xfrm>
            <a:off x="11029206" y="1356271"/>
            <a:ext cx="438894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327"/>
              </a:lnSpc>
              <a:buNone/>
            </a:pPr>
            <a:r>
              <a:rPr lang="en-US" sz="1125" b="1" dirty="0">
                <a:solidFill>
                  <a:srgbClr val="FFFFFF"/>
                </a:solidFill>
              </a:rPr>
              <a:t>م</a:t>
            </a:r>
            <a:endParaRPr lang="en-US" sz="1125" dirty="0"/>
          </a:p>
        </p:txBody>
      </p:sp>
      <p:sp>
        <p:nvSpPr>
          <p:cNvPr id="121" name="SK-16-text-120"/>
          <p:cNvSpPr/>
          <p:nvPr/>
        </p:nvSpPr>
        <p:spPr>
          <a:xfrm>
            <a:off x="5905649" y="1356271"/>
            <a:ext cx="4942582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العبارات</a:t>
            </a:r>
            <a:endParaRPr lang="en-US" sz="1350" dirty="0"/>
          </a:p>
        </p:txBody>
      </p:sp>
      <p:sp>
        <p:nvSpPr>
          <p:cNvPr id="122" name="SK-16-text-121"/>
          <p:cNvSpPr/>
          <p:nvPr/>
        </p:nvSpPr>
        <p:spPr>
          <a:xfrm>
            <a:off x="5199311" y="1356271"/>
            <a:ext cx="811113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327"/>
              </a:lnSpc>
              <a:buNone/>
            </a:pPr>
            <a:r>
              <a:rPr lang="en-US" sz="1125" b="1" dirty="0">
                <a:solidFill>
                  <a:srgbClr val="FFFFFF"/>
                </a:solidFill>
              </a:rPr>
              <a:t>موافق</a:t>
            </a:r>
            <a:endParaRPr lang="en-US" sz="1125" dirty="0"/>
          </a:p>
          <a:p>
            <a:pPr marL="0" indent="0" algn="ctr" rtl="1">
              <a:lnSpc>
                <a:spcPts val="1327"/>
              </a:lnSpc>
              <a:buNone/>
            </a:pPr>
            <a:r>
              <a:rPr lang="en-US" sz="1125" b="1" dirty="0">
                <a:solidFill>
                  <a:srgbClr val="FFFFFF"/>
                </a:solidFill>
              </a:rPr>
              <a:t>بقوة</a:t>
            </a:r>
            <a:endParaRPr lang="en-US" sz="1125" dirty="0"/>
          </a:p>
        </p:txBody>
      </p:sp>
      <p:sp>
        <p:nvSpPr>
          <p:cNvPr id="123" name="SK-16-text-122"/>
          <p:cNvSpPr/>
          <p:nvPr/>
        </p:nvSpPr>
        <p:spPr>
          <a:xfrm>
            <a:off x="4254847" y="1356271"/>
            <a:ext cx="887313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327"/>
              </a:lnSpc>
              <a:buNone/>
            </a:pPr>
            <a:r>
              <a:rPr lang="en-US" sz="1125" b="1" dirty="0">
                <a:solidFill>
                  <a:srgbClr val="FFFFFF"/>
                </a:solidFill>
              </a:rPr>
              <a:t>موافق</a:t>
            </a:r>
            <a:endParaRPr lang="en-US" sz="1125" dirty="0"/>
          </a:p>
        </p:txBody>
      </p:sp>
      <p:sp>
        <p:nvSpPr>
          <p:cNvPr id="124" name="SK-16-text-123"/>
          <p:cNvSpPr/>
          <p:nvPr/>
        </p:nvSpPr>
        <p:spPr>
          <a:xfrm>
            <a:off x="3386584" y="1356271"/>
            <a:ext cx="811113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327"/>
              </a:lnSpc>
              <a:buNone/>
            </a:pPr>
            <a:r>
              <a:rPr lang="en-US" sz="1125" b="1" dirty="0">
                <a:solidFill>
                  <a:srgbClr val="FFFFFF"/>
                </a:solidFill>
              </a:rPr>
              <a:t>موافق إلى</a:t>
            </a:r>
            <a:endParaRPr lang="en-US" sz="1125" dirty="0"/>
          </a:p>
          <a:p>
            <a:pPr marL="0" indent="0" algn="ctr" rtl="1">
              <a:lnSpc>
                <a:spcPts val="1327"/>
              </a:lnSpc>
              <a:buNone/>
            </a:pPr>
            <a:r>
              <a:rPr lang="en-US" sz="1125" b="1" dirty="0">
                <a:solidFill>
                  <a:srgbClr val="FFFFFF"/>
                </a:solidFill>
              </a:rPr>
              <a:t>حدٍّ ما</a:t>
            </a:r>
            <a:endParaRPr lang="en-US" sz="1125" dirty="0"/>
          </a:p>
        </p:txBody>
      </p:sp>
      <p:sp>
        <p:nvSpPr>
          <p:cNvPr id="125" name="SK-16-text-124"/>
          <p:cNvSpPr/>
          <p:nvPr/>
        </p:nvSpPr>
        <p:spPr>
          <a:xfrm>
            <a:off x="2480221" y="1356271"/>
            <a:ext cx="811113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327"/>
              </a:lnSpc>
              <a:buNone/>
            </a:pPr>
            <a:r>
              <a:rPr lang="en-US" sz="1125" b="1" dirty="0">
                <a:solidFill>
                  <a:srgbClr val="FFFFFF"/>
                </a:solidFill>
              </a:rPr>
              <a:t>غير</a:t>
            </a:r>
            <a:endParaRPr lang="en-US" sz="1125" dirty="0"/>
          </a:p>
          <a:p>
            <a:pPr marL="0" indent="0" algn="ctr" rtl="1">
              <a:lnSpc>
                <a:spcPts val="1327"/>
              </a:lnSpc>
              <a:buNone/>
            </a:pPr>
            <a:r>
              <a:rPr lang="en-US" sz="1125" b="1" dirty="0">
                <a:solidFill>
                  <a:srgbClr val="FFFFFF"/>
                </a:solidFill>
              </a:rPr>
              <a:t>موافق</a:t>
            </a:r>
            <a:endParaRPr lang="en-US" sz="1125" dirty="0"/>
          </a:p>
        </p:txBody>
      </p:sp>
      <p:sp>
        <p:nvSpPr>
          <p:cNvPr id="126" name="SK-16-text-125"/>
          <p:cNvSpPr/>
          <p:nvPr/>
        </p:nvSpPr>
        <p:spPr>
          <a:xfrm>
            <a:off x="1573857" y="1356271"/>
            <a:ext cx="811113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327"/>
              </a:lnSpc>
              <a:buNone/>
            </a:pPr>
            <a:r>
              <a:rPr lang="en-US" sz="1125" b="1" dirty="0">
                <a:solidFill>
                  <a:srgbClr val="FFFFFF"/>
                </a:solidFill>
              </a:rPr>
              <a:t>غير موافق</a:t>
            </a:r>
            <a:endParaRPr lang="en-US" sz="1125" dirty="0"/>
          </a:p>
          <a:p>
            <a:pPr marL="0" indent="0" algn="ctr" rtl="1">
              <a:lnSpc>
                <a:spcPts val="1327"/>
              </a:lnSpc>
              <a:buNone/>
            </a:pPr>
            <a:r>
              <a:rPr lang="en-US" sz="1125" b="1" dirty="0">
                <a:solidFill>
                  <a:srgbClr val="FFFFFF"/>
                </a:solidFill>
              </a:rPr>
              <a:t>إطلاقًا</a:t>
            </a:r>
            <a:endParaRPr lang="en-US" sz="1125" dirty="0"/>
          </a:p>
        </p:txBody>
      </p:sp>
      <p:sp>
        <p:nvSpPr>
          <p:cNvPr id="127" name="SK-16-text-126"/>
          <p:cNvSpPr/>
          <p:nvPr/>
        </p:nvSpPr>
        <p:spPr>
          <a:xfrm>
            <a:off x="628650" y="1356271"/>
            <a:ext cx="888057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327"/>
              </a:lnSpc>
              <a:buNone/>
            </a:pPr>
            <a:r>
              <a:rPr lang="en-US" sz="1125" b="1" dirty="0">
                <a:solidFill>
                  <a:srgbClr val="FFFFFF"/>
                </a:solidFill>
              </a:rPr>
              <a:t>لا أعلم</a:t>
            </a:r>
            <a:endParaRPr lang="en-US" sz="1125" dirty="0"/>
          </a:p>
        </p:txBody>
      </p:sp>
      <p:sp>
        <p:nvSpPr>
          <p:cNvPr id="128" name="SK-16-text-127"/>
          <p:cNvSpPr/>
          <p:nvPr/>
        </p:nvSpPr>
        <p:spPr>
          <a:xfrm>
            <a:off x="11022062" y="1965871"/>
            <a:ext cx="434132" cy="5098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781"/>
              </a:lnSpc>
              <a:buNone/>
            </a:pPr>
            <a:r>
              <a:rPr lang="en-US" sz="1425" b="1" dirty="0">
                <a:solidFill>
                  <a:srgbClr val="0B5B45"/>
                </a:solidFill>
              </a:rPr>
              <a:t>١</a:t>
            </a:r>
            <a:endParaRPr lang="en-US" sz="1425" dirty="0"/>
          </a:p>
        </p:txBody>
      </p:sp>
      <p:sp>
        <p:nvSpPr>
          <p:cNvPr id="129" name="SK-16-text-128"/>
          <p:cNvSpPr/>
          <p:nvPr/>
        </p:nvSpPr>
        <p:spPr>
          <a:xfrm>
            <a:off x="5912793" y="1965871"/>
            <a:ext cx="4887813" cy="5098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634"/>
              </a:lnSpc>
              <a:buNone/>
            </a:pPr>
            <a:r>
              <a:rPr lang="en-US" sz="1238" dirty="0">
                <a:solidFill>
                  <a:srgbClr val="333333"/>
                </a:solidFill>
              </a:rPr>
              <a:t>يوجد في هذه الجهة آلية للتأكد من أن الخدمة التي نقدمها ترضي عملاءنا.</a:t>
            </a:r>
            <a:endParaRPr lang="en-US" sz="1238" dirty="0"/>
          </a:p>
        </p:txBody>
      </p:sp>
      <p:sp>
        <p:nvSpPr>
          <p:cNvPr id="130" name="SK-16-text-129"/>
          <p:cNvSpPr/>
          <p:nvPr/>
        </p:nvSpPr>
        <p:spPr>
          <a:xfrm>
            <a:off x="5473898" y="2082701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٥</a:t>
            </a:r>
            <a:endParaRPr lang="en-US" sz="1275" dirty="0"/>
          </a:p>
        </p:txBody>
      </p:sp>
      <p:sp>
        <p:nvSpPr>
          <p:cNvPr id="131" name="SK-16-text-130"/>
          <p:cNvSpPr/>
          <p:nvPr/>
        </p:nvSpPr>
        <p:spPr>
          <a:xfrm>
            <a:off x="4567535" y="2082701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٤</a:t>
            </a:r>
            <a:endParaRPr lang="en-US" sz="1275" dirty="0"/>
          </a:p>
        </p:txBody>
      </p:sp>
      <p:sp>
        <p:nvSpPr>
          <p:cNvPr id="132" name="SK-16-text-131"/>
          <p:cNvSpPr/>
          <p:nvPr/>
        </p:nvSpPr>
        <p:spPr>
          <a:xfrm>
            <a:off x="3661172" y="2082701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٣</a:t>
            </a:r>
            <a:endParaRPr lang="en-US" sz="1275" dirty="0"/>
          </a:p>
        </p:txBody>
      </p:sp>
      <p:sp>
        <p:nvSpPr>
          <p:cNvPr id="133" name="SK-16-text-132"/>
          <p:cNvSpPr/>
          <p:nvPr/>
        </p:nvSpPr>
        <p:spPr>
          <a:xfrm>
            <a:off x="2754809" y="2082701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٢</a:t>
            </a:r>
            <a:endParaRPr lang="en-US" sz="1275" dirty="0"/>
          </a:p>
        </p:txBody>
      </p:sp>
      <p:sp>
        <p:nvSpPr>
          <p:cNvPr id="134" name="SK-16-text-133"/>
          <p:cNvSpPr/>
          <p:nvPr/>
        </p:nvSpPr>
        <p:spPr>
          <a:xfrm>
            <a:off x="1848445" y="2082701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١</a:t>
            </a:r>
            <a:endParaRPr lang="en-US" sz="1275" dirty="0"/>
          </a:p>
        </p:txBody>
      </p:sp>
      <p:sp>
        <p:nvSpPr>
          <p:cNvPr id="135" name="SK-16-text-134"/>
          <p:cNvSpPr/>
          <p:nvPr/>
        </p:nvSpPr>
        <p:spPr>
          <a:xfrm>
            <a:off x="941784" y="2082701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٠</a:t>
            </a:r>
            <a:endParaRPr lang="en-US" sz="1275" dirty="0"/>
          </a:p>
        </p:txBody>
      </p:sp>
      <p:sp>
        <p:nvSpPr>
          <p:cNvPr id="136" name="SK-16-text-135"/>
          <p:cNvSpPr/>
          <p:nvPr/>
        </p:nvSpPr>
        <p:spPr>
          <a:xfrm>
            <a:off x="11022062" y="2475756"/>
            <a:ext cx="434132" cy="5098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781"/>
              </a:lnSpc>
              <a:buNone/>
            </a:pPr>
            <a:r>
              <a:rPr lang="en-US" sz="1425" b="1" dirty="0">
                <a:solidFill>
                  <a:srgbClr val="0B5B45"/>
                </a:solidFill>
              </a:rPr>
              <a:t>٢</a:t>
            </a:r>
            <a:endParaRPr lang="en-US" sz="1425" dirty="0"/>
          </a:p>
        </p:txBody>
      </p:sp>
      <p:sp>
        <p:nvSpPr>
          <p:cNvPr id="137" name="SK-16-text-136"/>
          <p:cNvSpPr/>
          <p:nvPr/>
        </p:nvSpPr>
        <p:spPr>
          <a:xfrm>
            <a:off x="5912793" y="2475756"/>
            <a:ext cx="4887813" cy="5098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634"/>
              </a:lnSpc>
              <a:buNone/>
            </a:pPr>
            <a:r>
              <a:rPr lang="en-US" sz="1238" dirty="0">
                <a:solidFill>
                  <a:srgbClr val="333333"/>
                </a:solidFill>
              </a:rPr>
              <a:t>يوجد في هذه الجهة معايير محددة لجودة الخدمات التي نقدمها لعملائنا.</a:t>
            </a:r>
            <a:endParaRPr lang="en-US" sz="1238" dirty="0"/>
          </a:p>
        </p:txBody>
      </p:sp>
      <p:sp>
        <p:nvSpPr>
          <p:cNvPr id="138" name="SK-16-text-137"/>
          <p:cNvSpPr/>
          <p:nvPr/>
        </p:nvSpPr>
        <p:spPr>
          <a:xfrm>
            <a:off x="5473898" y="2592586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٥</a:t>
            </a:r>
            <a:endParaRPr lang="en-US" sz="1275" dirty="0"/>
          </a:p>
        </p:txBody>
      </p:sp>
      <p:sp>
        <p:nvSpPr>
          <p:cNvPr id="139" name="SK-16-text-138"/>
          <p:cNvSpPr/>
          <p:nvPr/>
        </p:nvSpPr>
        <p:spPr>
          <a:xfrm>
            <a:off x="4567535" y="2592586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٤</a:t>
            </a:r>
            <a:endParaRPr lang="en-US" sz="1275" dirty="0"/>
          </a:p>
        </p:txBody>
      </p:sp>
      <p:sp>
        <p:nvSpPr>
          <p:cNvPr id="140" name="SK-16-text-139"/>
          <p:cNvSpPr/>
          <p:nvPr/>
        </p:nvSpPr>
        <p:spPr>
          <a:xfrm>
            <a:off x="3661172" y="2592586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٣</a:t>
            </a:r>
            <a:endParaRPr lang="en-US" sz="1275" dirty="0"/>
          </a:p>
        </p:txBody>
      </p:sp>
      <p:sp>
        <p:nvSpPr>
          <p:cNvPr id="141" name="SK-16-text-140"/>
          <p:cNvSpPr/>
          <p:nvPr/>
        </p:nvSpPr>
        <p:spPr>
          <a:xfrm>
            <a:off x="2754809" y="2592586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٢</a:t>
            </a:r>
            <a:endParaRPr lang="en-US" sz="1275" dirty="0"/>
          </a:p>
        </p:txBody>
      </p:sp>
      <p:sp>
        <p:nvSpPr>
          <p:cNvPr id="142" name="SK-16-text-141"/>
          <p:cNvSpPr/>
          <p:nvPr/>
        </p:nvSpPr>
        <p:spPr>
          <a:xfrm>
            <a:off x="1848445" y="2592586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١</a:t>
            </a:r>
            <a:endParaRPr lang="en-US" sz="1275" dirty="0"/>
          </a:p>
        </p:txBody>
      </p:sp>
      <p:sp>
        <p:nvSpPr>
          <p:cNvPr id="143" name="SK-16-text-142"/>
          <p:cNvSpPr/>
          <p:nvPr/>
        </p:nvSpPr>
        <p:spPr>
          <a:xfrm>
            <a:off x="941784" y="2592586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٠</a:t>
            </a:r>
            <a:endParaRPr lang="en-US" sz="1275" dirty="0"/>
          </a:p>
        </p:txBody>
      </p:sp>
      <p:sp>
        <p:nvSpPr>
          <p:cNvPr id="144" name="SK-16-text-143"/>
          <p:cNvSpPr/>
          <p:nvPr/>
        </p:nvSpPr>
        <p:spPr>
          <a:xfrm>
            <a:off x="11022062" y="2985641"/>
            <a:ext cx="434132" cy="7261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781"/>
              </a:lnSpc>
              <a:buNone/>
            </a:pPr>
            <a:r>
              <a:rPr lang="en-US" sz="1425" b="1" dirty="0">
                <a:solidFill>
                  <a:srgbClr val="0B5B45"/>
                </a:solidFill>
              </a:rPr>
              <a:t>٣</a:t>
            </a:r>
            <a:endParaRPr lang="en-US" sz="1425" dirty="0"/>
          </a:p>
        </p:txBody>
      </p:sp>
      <p:sp>
        <p:nvSpPr>
          <p:cNvPr id="145" name="SK-16-text-144"/>
          <p:cNvSpPr/>
          <p:nvPr/>
        </p:nvSpPr>
        <p:spPr>
          <a:xfrm>
            <a:off x="6105674" y="2985641"/>
            <a:ext cx="4694932" cy="7261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634"/>
              </a:lnSpc>
              <a:buNone/>
            </a:pPr>
            <a:r>
              <a:rPr lang="en-US" sz="1238" dirty="0">
                <a:solidFill>
                  <a:srgbClr val="333333"/>
                </a:solidFill>
              </a:rPr>
              <a:t>يشارك الموظفون بشكل دوري في معالجة المشكلات التي تؤثر في جودة الأداء.</a:t>
            </a:r>
            <a:endParaRPr lang="en-US" sz="1238" dirty="0"/>
          </a:p>
        </p:txBody>
      </p:sp>
      <p:sp>
        <p:nvSpPr>
          <p:cNvPr id="146" name="SK-16-text-145"/>
          <p:cNvSpPr/>
          <p:nvPr/>
        </p:nvSpPr>
        <p:spPr>
          <a:xfrm>
            <a:off x="5473898" y="3210520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٥</a:t>
            </a:r>
            <a:endParaRPr lang="en-US" sz="1275" dirty="0"/>
          </a:p>
        </p:txBody>
      </p:sp>
      <p:sp>
        <p:nvSpPr>
          <p:cNvPr id="147" name="SK-16-text-146"/>
          <p:cNvSpPr/>
          <p:nvPr/>
        </p:nvSpPr>
        <p:spPr>
          <a:xfrm>
            <a:off x="4567535" y="3210520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٤</a:t>
            </a:r>
            <a:endParaRPr lang="en-US" sz="1275" dirty="0"/>
          </a:p>
        </p:txBody>
      </p:sp>
      <p:sp>
        <p:nvSpPr>
          <p:cNvPr id="148" name="SK-16-text-147"/>
          <p:cNvSpPr/>
          <p:nvPr/>
        </p:nvSpPr>
        <p:spPr>
          <a:xfrm>
            <a:off x="3661172" y="3210520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٣</a:t>
            </a:r>
            <a:endParaRPr lang="en-US" sz="1275" dirty="0"/>
          </a:p>
        </p:txBody>
      </p:sp>
      <p:sp>
        <p:nvSpPr>
          <p:cNvPr id="149" name="SK-16-text-148"/>
          <p:cNvSpPr/>
          <p:nvPr/>
        </p:nvSpPr>
        <p:spPr>
          <a:xfrm>
            <a:off x="2754809" y="3210520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٢</a:t>
            </a:r>
            <a:endParaRPr lang="en-US" sz="1275" dirty="0"/>
          </a:p>
        </p:txBody>
      </p:sp>
      <p:sp>
        <p:nvSpPr>
          <p:cNvPr id="150" name="SK-16-text-149"/>
          <p:cNvSpPr/>
          <p:nvPr/>
        </p:nvSpPr>
        <p:spPr>
          <a:xfrm>
            <a:off x="1848445" y="3210520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١</a:t>
            </a:r>
            <a:endParaRPr lang="en-US" sz="1275" dirty="0"/>
          </a:p>
        </p:txBody>
      </p:sp>
      <p:sp>
        <p:nvSpPr>
          <p:cNvPr id="151" name="SK-16-text-150"/>
          <p:cNvSpPr/>
          <p:nvPr/>
        </p:nvSpPr>
        <p:spPr>
          <a:xfrm>
            <a:off x="941784" y="3210520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٠</a:t>
            </a:r>
            <a:endParaRPr lang="en-US" sz="1275" dirty="0"/>
          </a:p>
        </p:txBody>
      </p:sp>
      <p:sp>
        <p:nvSpPr>
          <p:cNvPr id="152" name="SK-16-text-151"/>
          <p:cNvSpPr/>
          <p:nvPr/>
        </p:nvSpPr>
        <p:spPr>
          <a:xfrm>
            <a:off x="11022062" y="3711773"/>
            <a:ext cx="434132" cy="7261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781"/>
              </a:lnSpc>
              <a:buNone/>
            </a:pPr>
            <a:r>
              <a:rPr lang="en-US" sz="1425" b="1" dirty="0">
                <a:solidFill>
                  <a:srgbClr val="0B5B45"/>
                </a:solidFill>
              </a:rPr>
              <a:t>٤</a:t>
            </a:r>
            <a:endParaRPr lang="en-US" sz="1425" dirty="0"/>
          </a:p>
        </p:txBody>
      </p:sp>
      <p:sp>
        <p:nvSpPr>
          <p:cNvPr id="153" name="SK-16-text-152"/>
          <p:cNvSpPr/>
          <p:nvPr/>
        </p:nvSpPr>
        <p:spPr>
          <a:xfrm>
            <a:off x="6105674" y="3711773"/>
            <a:ext cx="4694932" cy="7261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634"/>
              </a:lnSpc>
              <a:buNone/>
            </a:pPr>
            <a:r>
              <a:rPr lang="en-US" sz="1238" dirty="0">
                <a:solidFill>
                  <a:srgbClr val="333333"/>
                </a:solidFill>
              </a:rPr>
              <a:t>يوجد في هذه الجهة آلية للحصول على آراء واقتراحات الموظفين بشكل دوري.</a:t>
            </a:r>
            <a:endParaRPr lang="en-US" sz="1238" dirty="0"/>
          </a:p>
        </p:txBody>
      </p:sp>
      <p:sp>
        <p:nvSpPr>
          <p:cNvPr id="154" name="SK-16-text-153"/>
          <p:cNvSpPr/>
          <p:nvPr/>
        </p:nvSpPr>
        <p:spPr>
          <a:xfrm>
            <a:off x="5473898" y="3936653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٥</a:t>
            </a:r>
            <a:endParaRPr lang="en-US" sz="1275" dirty="0"/>
          </a:p>
        </p:txBody>
      </p:sp>
      <p:sp>
        <p:nvSpPr>
          <p:cNvPr id="155" name="SK-16-text-154"/>
          <p:cNvSpPr/>
          <p:nvPr/>
        </p:nvSpPr>
        <p:spPr>
          <a:xfrm>
            <a:off x="4567535" y="3936653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٤</a:t>
            </a:r>
            <a:endParaRPr lang="en-US" sz="1275" dirty="0"/>
          </a:p>
        </p:txBody>
      </p:sp>
      <p:sp>
        <p:nvSpPr>
          <p:cNvPr id="156" name="SK-16-text-155"/>
          <p:cNvSpPr/>
          <p:nvPr/>
        </p:nvSpPr>
        <p:spPr>
          <a:xfrm>
            <a:off x="3661172" y="3936653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٣</a:t>
            </a:r>
            <a:endParaRPr lang="en-US" sz="1275" dirty="0"/>
          </a:p>
        </p:txBody>
      </p:sp>
      <p:sp>
        <p:nvSpPr>
          <p:cNvPr id="157" name="SK-16-text-156"/>
          <p:cNvSpPr/>
          <p:nvPr/>
        </p:nvSpPr>
        <p:spPr>
          <a:xfrm>
            <a:off x="2754809" y="3936653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٢</a:t>
            </a:r>
            <a:endParaRPr lang="en-US" sz="1275" dirty="0"/>
          </a:p>
        </p:txBody>
      </p:sp>
      <p:sp>
        <p:nvSpPr>
          <p:cNvPr id="158" name="SK-16-text-157"/>
          <p:cNvSpPr/>
          <p:nvPr/>
        </p:nvSpPr>
        <p:spPr>
          <a:xfrm>
            <a:off x="1848445" y="3936653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١</a:t>
            </a:r>
            <a:endParaRPr lang="en-US" sz="1275" dirty="0"/>
          </a:p>
        </p:txBody>
      </p:sp>
      <p:sp>
        <p:nvSpPr>
          <p:cNvPr id="159" name="SK-16-text-158"/>
          <p:cNvSpPr/>
          <p:nvPr/>
        </p:nvSpPr>
        <p:spPr>
          <a:xfrm>
            <a:off x="941784" y="3936653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٠</a:t>
            </a:r>
            <a:endParaRPr lang="en-US" sz="1275" dirty="0"/>
          </a:p>
        </p:txBody>
      </p:sp>
      <p:sp>
        <p:nvSpPr>
          <p:cNvPr id="160" name="SK-16-text-159"/>
          <p:cNvSpPr/>
          <p:nvPr/>
        </p:nvSpPr>
        <p:spPr>
          <a:xfrm>
            <a:off x="11022062" y="4437906"/>
            <a:ext cx="434132" cy="5098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781"/>
              </a:lnSpc>
              <a:buNone/>
            </a:pPr>
            <a:r>
              <a:rPr lang="en-US" sz="1425" b="1" dirty="0">
                <a:solidFill>
                  <a:srgbClr val="0B5B45"/>
                </a:solidFill>
              </a:rPr>
              <a:t>٥</a:t>
            </a:r>
            <a:endParaRPr lang="en-US" sz="1425" dirty="0"/>
          </a:p>
        </p:txBody>
      </p:sp>
      <p:sp>
        <p:nvSpPr>
          <p:cNvPr id="161" name="SK-16-text-160"/>
          <p:cNvSpPr/>
          <p:nvPr/>
        </p:nvSpPr>
        <p:spPr>
          <a:xfrm>
            <a:off x="5912793" y="4437906"/>
            <a:ext cx="4887813" cy="5098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634"/>
              </a:lnSpc>
              <a:buNone/>
            </a:pPr>
            <a:r>
              <a:rPr lang="en-US" sz="1238" dirty="0">
                <a:solidFill>
                  <a:srgbClr val="333333"/>
                </a:solidFill>
              </a:rPr>
              <a:t>تركز هذه الجهة على فرق العمل لمعالجة المشكلات الإدارية.</a:t>
            </a:r>
            <a:endParaRPr lang="en-US" sz="1238" dirty="0"/>
          </a:p>
        </p:txBody>
      </p:sp>
      <p:sp>
        <p:nvSpPr>
          <p:cNvPr id="162" name="SK-16-text-161"/>
          <p:cNvSpPr/>
          <p:nvPr/>
        </p:nvSpPr>
        <p:spPr>
          <a:xfrm>
            <a:off x="5473898" y="4554736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٥</a:t>
            </a:r>
            <a:endParaRPr lang="en-US" sz="1275" dirty="0"/>
          </a:p>
        </p:txBody>
      </p:sp>
      <p:sp>
        <p:nvSpPr>
          <p:cNvPr id="163" name="SK-16-text-162"/>
          <p:cNvSpPr/>
          <p:nvPr/>
        </p:nvSpPr>
        <p:spPr>
          <a:xfrm>
            <a:off x="4567535" y="4554736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٤</a:t>
            </a:r>
            <a:endParaRPr lang="en-US" sz="1275" dirty="0"/>
          </a:p>
        </p:txBody>
      </p:sp>
      <p:sp>
        <p:nvSpPr>
          <p:cNvPr id="164" name="SK-16-text-163"/>
          <p:cNvSpPr/>
          <p:nvPr/>
        </p:nvSpPr>
        <p:spPr>
          <a:xfrm>
            <a:off x="3661172" y="4554736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٣</a:t>
            </a:r>
            <a:endParaRPr lang="en-US" sz="1275" dirty="0"/>
          </a:p>
        </p:txBody>
      </p:sp>
      <p:sp>
        <p:nvSpPr>
          <p:cNvPr id="165" name="SK-16-text-164"/>
          <p:cNvSpPr/>
          <p:nvPr/>
        </p:nvSpPr>
        <p:spPr>
          <a:xfrm>
            <a:off x="2754809" y="4554736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٢</a:t>
            </a:r>
            <a:endParaRPr lang="en-US" sz="1275" dirty="0"/>
          </a:p>
        </p:txBody>
      </p:sp>
      <p:sp>
        <p:nvSpPr>
          <p:cNvPr id="166" name="SK-16-text-165"/>
          <p:cNvSpPr/>
          <p:nvPr/>
        </p:nvSpPr>
        <p:spPr>
          <a:xfrm>
            <a:off x="1848445" y="4554736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١</a:t>
            </a:r>
            <a:endParaRPr lang="en-US" sz="1275" dirty="0"/>
          </a:p>
        </p:txBody>
      </p:sp>
      <p:sp>
        <p:nvSpPr>
          <p:cNvPr id="167" name="SK-16-text-166"/>
          <p:cNvSpPr/>
          <p:nvPr/>
        </p:nvSpPr>
        <p:spPr>
          <a:xfrm>
            <a:off x="941784" y="4554736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٠</a:t>
            </a:r>
            <a:endParaRPr lang="en-US" sz="1275" dirty="0"/>
          </a:p>
        </p:txBody>
      </p:sp>
      <p:sp>
        <p:nvSpPr>
          <p:cNvPr id="168" name="SK-16-text-167"/>
          <p:cNvSpPr/>
          <p:nvPr/>
        </p:nvSpPr>
        <p:spPr>
          <a:xfrm>
            <a:off x="11022062" y="4947791"/>
            <a:ext cx="434132" cy="7261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781"/>
              </a:lnSpc>
              <a:buNone/>
            </a:pPr>
            <a:r>
              <a:rPr lang="en-US" sz="1425" b="1" dirty="0">
                <a:solidFill>
                  <a:srgbClr val="0B5B45"/>
                </a:solidFill>
              </a:rPr>
              <a:t>٦</a:t>
            </a:r>
            <a:endParaRPr lang="en-US" sz="1425" dirty="0"/>
          </a:p>
        </p:txBody>
      </p:sp>
      <p:sp>
        <p:nvSpPr>
          <p:cNvPr id="169" name="SK-16-text-168"/>
          <p:cNvSpPr/>
          <p:nvPr/>
        </p:nvSpPr>
        <p:spPr>
          <a:xfrm>
            <a:off x="6105674" y="4947791"/>
            <a:ext cx="4694932" cy="7261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634"/>
              </a:lnSpc>
              <a:buNone/>
            </a:pPr>
            <a:r>
              <a:rPr lang="en-US" sz="1238" dirty="0">
                <a:solidFill>
                  <a:srgbClr val="333333"/>
                </a:solidFill>
              </a:rPr>
              <a:t>يوجد في هذه الجهة أكثر من فريق عمل للعمل على تطوير الأداء وتحقيق الأهداف.</a:t>
            </a:r>
            <a:endParaRPr lang="en-US" sz="1238" dirty="0"/>
          </a:p>
        </p:txBody>
      </p:sp>
      <p:sp>
        <p:nvSpPr>
          <p:cNvPr id="170" name="SK-16-text-169"/>
          <p:cNvSpPr/>
          <p:nvPr/>
        </p:nvSpPr>
        <p:spPr>
          <a:xfrm>
            <a:off x="5473898" y="5172670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٥</a:t>
            </a:r>
            <a:endParaRPr lang="en-US" sz="1275" dirty="0"/>
          </a:p>
        </p:txBody>
      </p:sp>
      <p:sp>
        <p:nvSpPr>
          <p:cNvPr id="171" name="SK-16-text-170"/>
          <p:cNvSpPr/>
          <p:nvPr/>
        </p:nvSpPr>
        <p:spPr>
          <a:xfrm>
            <a:off x="4567535" y="5172670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٤</a:t>
            </a:r>
            <a:endParaRPr lang="en-US" sz="1275" dirty="0"/>
          </a:p>
        </p:txBody>
      </p:sp>
      <p:sp>
        <p:nvSpPr>
          <p:cNvPr id="172" name="SK-16-text-171"/>
          <p:cNvSpPr/>
          <p:nvPr/>
        </p:nvSpPr>
        <p:spPr>
          <a:xfrm>
            <a:off x="3661172" y="5172670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٣</a:t>
            </a:r>
            <a:endParaRPr lang="en-US" sz="1275" dirty="0"/>
          </a:p>
        </p:txBody>
      </p:sp>
      <p:sp>
        <p:nvSpPr>
          <p:cNvPr id="173" name="SK-16-text-172"/>
          <p:cNvSpPr/>
          <p:nvPr/>
        </p:nvSpPr>
        <p:spPr>
          <a:xfrm>
            <a:off x="2754809" y="5172670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٢</a:t>
            </a:r>
            <a:endParaRPr lang="en-US" sz="1275" dirty="0"/>
          </a:p>
        </p:txBody>
      </p:sp>
      <p:sp>
        <p:nvSpPr>
          <p:cNvPr id="174" name="SK-16-text-173"/>
          <p:cNvSpPr/>
          <p:nvPr/>
        </p:nvSpPr>
        <p:spPr>
          <a:xfrm>
            <a:off x="1848445" y="5172670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١</a:t>
            </a:r>
            <a:endParaRPr lang="en-US" sz="1275" dirty="0"/>
          </a:p>
        </p:txBody>
      </p:sp>
      <p:sp>
        <p:nvSpPr>
          <p:cNvPr id="175" name="SK-16-text-174"/>
          <p:cNvSpPr/>
          <p:nvPr/>
        </p:nvSpPr>
        <p:spPr>
          <a:xfrm>
            <a:off x="941784" y="5172670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153D31"/>
                </a:solidFill>
              </a:rPr>
              <a:t>٠</a:t>
            </a:r>
            <a:endParaRPr lang="en-US" sz="1275" dirty="0"/>
          </a:p>
        </p:txBody>
      </p:sp>
      <p:sp>
        <p:nvSpPr>
          <p:cNvPr id="176" name="SK-16-text-175"/>
          <p:cNvSpPr/>
          <p:nvPr/>
        </p:nvSpPr>
        <p:spPr>
          <a:xfrm>
            <a:off x="11022062" y="5673923"/>
            <a:ext cx="434132" cy="7268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781"/>
              </a:lnSpc>
              <a:buNone/>
            </a:pPr>
            <a:r>
              <a:rPr lang="en-US" sz="1425" b="1" dirty="0">
                <a:solidFill>
                  <a:srgbClr val="0B5B45"/>
                </a:solidFill>
              </a:rPr>
              <a:t>٧</a:t>
            </a:r>
            <a:endParaRPr lang="en-US" sz="1425" dirty="0"/>
          </a:p>
        </p:txBody>
      </p:sp>
      <p:sp>
        <p:nvSpPr>
          <p:cNvPr id="177" name="SK-16-text-176"/>
          <p:cNvSpPr/>
          <p:nvPr/>
        </p:nvSpPr>
        <p:spPr>
          <a:xfrm>
            <a:off x="6105674" y="5673923"/>
            <a:ext cx="4694932" cy="7268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 rtl="1">
              <a:lnSpc>
                <a:spcPts val="1634"/>
              </a:lnSpc>
              <a:buNone/>
            </a:pPr>
            <a:r>
              <a:rPr lang="en-US" sz="1238" b="1" dirty="0">
                <a:solidFill>
                  <a:srgbClr val="153D31"/>
                </a:solidFill>
              </a:rPr>
              <a:t>يحصل الموظفون في هذه الجهة على المعلومات المطلوبة للأداء بمسؤولية.</a:t>
            </a:r>
            <a:endParaRPr lang="en-US" sz="1238" dirty="0"/>
          </a:p>
        </p:txBody>
      </p:sp>
      <p:sp>
        <p:nvSpPr>
          <p:cNvPr id="178" name="SK-16-text-177"/>
          <p:cNvSpPr/>
          <p:nvPr/>
        </p:nvSpPr>
        <p:spPr>
          <a:xfrm>
            <a:off x="5473898" y="5899249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0B5B45"/>
                </a:solidFill>
              </a:rPr>
              <a:t>٥</a:t>
            </a:r>
            <a:endParaRPr lang="en-US" sz="1275" dirty="0"/>
          </a:p>
        </p:txBody>
      </p:sp>
      <p:sp>
        <p:nvSpPr>
          <p:cNvPr id="179" name="SK-16-text-178"/>
          <p:cNvSpPr/>
          <p:nvPr/>
        </p:nvSpPr>
        <p:spPr>
          <a:xfrm>
            <a:off x="4567535" y="5899249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0B5B45"/>
                </a:solidFill>
              </a:rPr>
              <a:t>٤</a:t>
            </a:r>
            <a:endParaRPr lang="en-US" sz="1275" dirty="0"/>
          </a:p>
        </p:txBody>
      </p:sp>
      <p:sp>
        <p:nvSpPr>
          <p:cNvPr id="180" name="SK-16-text-179"/>
          <p:cNvSpPr/>
          <p:nvPr/>
        </p:nvSpPr>
        <p:spPr>
          <a:xfrm>
            <a:off x="3661172" y="5899249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0B5B45"/>
                </a:solidFill>
              </a:rPr>
              <a:t>٣</a:t>
            </a:r>
            <a:endParaRPr lang="en-US" sz="1275" dirty="0"/>
          </a:p>
        </p:txBody>
      </p:sp>
      <p:sp>
        <p:nvSpPr>
          <p:cNvPr id="181" name="SK-16-text-180"/>
          <p:cNvSpPr/>
          <p:nvPr/>
        </p:nvSpPr>
        <p:spPr>
          <a:xfrm>
            <a:off x="2754809" y="5899249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0B5B45"/>
                </a:solidFill>
              </a:rPr>
              <a:t>٢</a:t>
            </a:r>
            <a:endParaRPr lang="en-US" sz="1275" dirty="0"/>
          </a:p>
        </p:txBody>
      </p:sp>
      <p:sp>
        <p:nvSpPr>
          <p:cNvPr id="182" name="SK-16-text-181"/>
          <p:cNvSpPr/>
          <p:nvPr/>
        </p:nvSpPr>
        <p:spPr>
          <a:xfrm>
            <a:off x="1848445" y="5899249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0B5B45"/>
                </a:solidFill>
              </a:rPr>
              <a:t>١</a:t>
            </a:r>
            <a:endParaRPr lang="en-US" sz="1275" dirty="0"/>
          </a:p>
        </p:txBody>
      </p:sp>
      <p:sp>
        <p:nvSpPr>
          <p:cNvPr id="183" name="SK-16-text-182"/>
          <p:cNvSpPr/>
          <p:nvPr/>
        </p:nvSpPr>
        <p:spPr>
          <a:xfrm>
            <a:off x="941784" y="5899249"/>
            <a:ext cx="357188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 rtl="1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0B5B45"/>
                </a:solidFill>
              </a:rPr>
              <a:t>٠</a:t>
            </a:r>
            <a:endParaRPr lang="en-US" sz="1275" dirty="0"/>
          </a:p>
        </p:txBody>
      </p:sp>
      <p:sp>
        <p:nvSpPr>
          <p:cNvPr id="116" name="Slide Number Placeholder 115">
            <a:extLst>
              <a:ext uri="{FF2B5EF4-FFF2-40B4-BE49-F238E27FC236}">
                <a16:creationId xmlns:a16="http://schemas.microsoft.com/office/drawing/2014/main" id="{F27522D9-AFF0-AF8D-707F-D1F3310B8B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8CB34D-0F9E-4BA2-840A-0CA69B5756BB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K-19-img-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80" y="2498378"/>
            <a:ext cx="10485090" cy="9525"/>
          </a:xfrm>
          <a:prstGeom prst="rect">
            <a:avLst/>
          </a:prstGeom>
        </p:spPr>
      </p:pic>
      <p:pic>
        <p:nvPicPr>
          <p:cNvPr id="5" name="SK-19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606" y="2777430"/>
            <a:ext cx="9525" cy="3257550"/>
          </a:xfrm>
          <a:prstGeom prst="rect">
            <a:avLst/>
          </a:prstGeom>
        </p:spPr>
      </p:pic>
      <p:pic>
        <p:nvPicPr>
          <p:cNvPr id="6" name="SK-19-img-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80" y="4302026"/>
            <a:ext cx="4754761" cy="9525"/>
          </a:xfrm>
          <a:prstGeom prst="rect">
            <a:avLst/>
          </a:prstGeom>
        </p:spPr>
      </p:pic>
      <p:pic>
        <p:nvPicPr>
          <p:cNvPr id="7" name="SK-19-img-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302026"/>
            <a:ext cx="4937671" cy="9525"/>
          </a:xfrm>
          <a:prstGeom prst="rect">
            <a:avLst/>
          </a:prstGeom>
        </p:spPr>
      </p:pic>
      <p:pic>
        <p:nvPicPr>
          <p:cNvPr id="8" name="SK-19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3200" y="1549896"/>
            <a:ext cx="950863" cy="109686"/>
          </a:xfrm>
          <a:prstGeom prst="rect">
            <a:avLst/>
          </a:prstGeom>
        </p:spPr>
      </p:pic>
      <p:pic>
        <p:nvPicPr>
          <p:cNvPr id="9" name="SK-19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690" y="1833116"/>
            <a:ext cx="219373" cy="9525"/>
          </a:xfrm>
          <a:prstGeom prst="rect">
            <a:avLst/>
          </a:prstGeom>
        </p:spPr>
      </p:pic>
      <p:pic>
        <p:nvPicPr>
          <p:cNvPr id="12" name="SK-19-img-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380" y="1165771"/>
            <a:ext cx="10485090" cy="1337221"/>
          </a:xfrm>
          <a:prstGeom prst="rect">
            <a:avLst/>
          </a:prstGeom>
        </p:spPr>
      </p:pic>
      <p:pic>
        <p:nvPicPr>
          <p:cNvPr id="13" name="SK-19-img-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380" y="2742456"/>
            <a:ext cx="4754761" cy="3121670"/>
          </a:xfrm>
          <a:prstGeom prst="rect">
            <a:avLst/>
          </a:prstGeom>
        </p:spPr>
      </p:pic>
      <p:pic>
        <p:nvPicPr>
          <p:cNvPr id="14" name="SK-19-img-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2776686"/>
            <a:ext cx="4937671" cy="3114824"/>
          </a:xfrm>
          <a:prstGeom prst="rect">
            <a:avLst/>
          </a:prstGeom>
        </p:spPr>
      </p:pic>
      <p:pic>
        <p:nvPicPr>
          <p:cNvPr id="15" name="SK-19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7694" y="4677073"/>
            <a:ext cx="865584" cy="1110853"/>
          </a:xfrm>
          <a:prstGeom prst="rect">
            <a:avLst/>
          </a:prstGeom>
        </p:spPr>
      </p:pic>
      <p:pic>
        <p:nvPicPr>
          <p:cNvPr id="16" name="SK-19-img-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75490" y="2873425"/>
            <a:ext cx="1060698" cy="1021705"/>
          </a:xfrm>
          <a:prstGeom prst="rect">
            <a:avLst/>
          </a:prstGeom>
        </p:spPr>
      </p:pic>
      <p:pic>
        <p:nvPicPr>
          <p:cNvPr id="17" name="SK-19-img-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7757" y="4718298"/>
            <a:ext cx="987475" cy="960090"/>
          </a:xfrm>
          <a:prstGeom prst="rect">
            <a:avLst/>
          </a:prstGeom>
        </p:spPr>
      </p:pic>
      <p:pic>
        <p:nvPicPr>
          <p:cNvPr id="18" name="SK-19-img-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7757" y="2955727"/>
            <a:ext cx="1084957" cy="884634"/>
          </a:xfrm>
          <a:prstGeom prst="rect">
            <a:avLst/>
          </a:prstGeom>
        </p:spPr>
      </p:pic>
      <p:sp>
        <p:nvSpPr>
          <p:cNvPr id="19" name="SK-19-text-18"/>
          <p:cNvSpPr/>
          <p:nvPr/>
        </p:nvSpPr>
        <p:spPr>
          <a:xfrm>
            <a:off x="9179957" y="438894"/>
            <a:ext cx="2121902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575" dirty="0">
                <a:solidFill>
                  <a:srgbClr val="C49A4C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دراسة حالة تطبيقية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K-19-text-19"/>
          <p:cNvSpPr/>
          <p:nvPr/>
        </p:nvSpPr>
        <p:spPr>
          <a:xfrm>
            <a:off x="4245084" y="898327"/>
            <a:ext cx="7117794" cy="6651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3300" b="1" dirty="0">
                <a:solidFill>
                  <a:srgbClr val="FFFFFF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مشروع حكومي بقيمة 850 مليون ريال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K-19-text-20"/>
          <p:cNvSpPr/>
          <p:nvPr/>
        </p:nvSpPr>
        <p:spPr>
          <a:xfrm>
            <a:off x="2878366" y="1885950"/>
            <a:ext cx="8423493" cy="308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6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مشروع بنية تحتية التزم بالجدول والميزانية، لكنه واجه أعطالاً تشغيلية جسيمة بعد عام من التسليم.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K-19-text-21"/>
          <p:cNvSpPr/>
          <p:nvPr/>
        </p:nvSpPr>
        <p:spPr>
          <a:xfrm>
            <a:off x="1991826" y="2818507"/>
            <a:ext cx="2141131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ar-SA" sz="1800" b="1" dirty="0">
                <a:solidFill>
                  <a:srgbClr val="C49A4C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3.  </a:t>
            </a:r>
            <a:r>
              <a:rPr lang="en-US" sz="1800" b="1" dirty="0" err="1">
                <a:solidFill>
                  <a:srgbClr val="C49A4C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أعطال</a:t>
            </a:r>
            <a:r>
              <a:rPr lang="en-US" sz="1800" b="1" dirty="0">
                <a:solidFill>
                  <a:srgbClr val="C49A4C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بعد التشغيل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K-19-text-22"/>
          <p:cNvSpPr/>
          <p:nvPr/>
        </p:nvSpPr>
        <p:spPr>
          <a:xfrm>
            <a:off x="1450777" y="3346698"/>
            <a:ext cx="2682180" cy="63088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2048"/>
              </a:lnSpc>
              <a:buNone/>
            </a:pPr>
            <a:r>
              <a:rPr lang="en-US" sz="1575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بعد سنة من التشغيل ظهرت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lnSpc>
                <a:spcPts val="2048"/>
              </a:lnSpc>
              <a:buNone/>
            </a:pPr>
            <a:r>
              <a:rPr lang="en-US" sz="1575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أعطال متكررة أثرت في كفاءة الأداء.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K-19-text-23"/>
          <p:cNvSpPr/>
          <p:nvPr/>
        </p:nvSpPr>
        <p:spPr>
          <a:xfrm>
            <a:off x="1735693" y="4718298"/>
            <a:ext cx="2397115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ar-SA" sz="1800" b="1" dirty="0">
                <a:solidFill>
                  <a:srgbClr val="C49A4C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4. </a:t>
            </a:r>
            <a:r>
              <a:rPr lang="en-US" sz="1800" b="1" dirty="0" err="1">
                <a:solidFill>
                  <a:srgbClr val="C49A4C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تكلفة</a:t>
            </a:r>
            <a:r>
              <a:rPr lang="en-US" sz="1800" b="1" dirty="0">
                <a:solidFill>
                  <a:srgbClr val="C49A4C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تشغيلية لاحقة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K-19-text-24"/>
          <p:cNvSpPr/>
          <p:nvPr/>
        </p:nvSpPr>
        <p:spPr>
          <a:xfrm>
            <a:off x="1731169" y="5170884"/>
            <a:ext cx="2389584" cy="6171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2048"/>
              </a:lnSpc>
              <a:buNone/>
            </a:pPr>
            <a:r>
              <a:rPr lang="en-US" sz="1575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تطلبت الأعطال إصلاحات مكلفة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lnSpc>
                <a:spcPts val="2048"/>
              </a:lnSpc>
              <a:buNone/>
            </a:pPr>
            <a:r>
              <a:rPr lang="en-US" sz="1575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وتوقفاً جزئياً عن الخدمة.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K-19-text-25"/>
          <p:cNvSpPr/>
          <p:nvPr/>
        </p:nvSpPr>
        <p:spPr>
          <a:xfrm>
            <a:off x="7417207" y="2852886"/>
            <a:ext cx="2080260" cy="356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ar-SA" sz="1800" b="1" dirty="0">
                <a:solidFill>
                  <a:srgbClr val="C49A4C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1. </a:t>
            </a:r>
            <a:r>
              <a:rPr lang="en-US" sz="1800" b="1" dirty="0" err="1">
                <a:solidFill>
                  <a:srgbClr val="C49A4C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التسليم</a:t>
            </a:r>
            <a:r>
              <a:rPr lang="en-US" sz="1800" b="1" dirty="0">
                <a:solidFill>
                  <a:srgbClr val="C49A4C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في الموعد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K-19-text-26"/>
          <p:cNvSpPr/>
          <p:nvPr/>
        </p:nvSpPr>
        <p:spPr>
          <a:xfrm>
            <a:off x="6973788" y="3298627"/>
            <a:ext cx="2523679" cy="6377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2048"/>
              </a:lnSpc>
              <a:buNone/>
            </a:pPr>
            <a:r>
              <a:rPr lang="en-US" sz="1575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سلّم المشروع في الموعد المحدد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lnSpc>
                <a:spcPts val="2048"/>
              </a:lnSpc>
              <a:buNone/>
            </a:pPr>
            <a:r>
              <a:rPr lang="en-US" sz="1575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وضمن الميزانية المعتمدة.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K-19-text-27"/>
          <p:cNvSpPr/>
          <p:nvPr/>
        </p:nvSpPr>
        <p:spPr>
          <a:xfrm>
            <a:off x="7356336" y="4725144"/>
            <a:ext cx="2141131" cy="308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ar-SA" sz="1800" b="1" dirty="0">
                <a:solidFill>
                  <a:srgbClr val="C49A4C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2. </a:t>
            </a:r>
            <a:r>
              <a:rPr lang="en-US" sz="1800" b="1" dirty="0" err="1">
                <a:solidFill>
                  <a:srgbClr val="C49A4C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إشادة</a:t>
            </a:r>
            <a:r>
              <a:rPr lang="en-US" sz="1800" b="1" dirty="0">
                <a:solidFill>
                  <a:srgbClr val="C49A4C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عند التسليم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K-19-text-28"/>
          <p:cNvSpPr/>
          <p:nvPr/>
        </p:nvSpPr>
        <p:spPr>
          <a:xfrm>
            <a:off x="6815286" y="5198269"/>
            <a:ext cx="2682180" cy="6171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lnSpc>
                <a:spcPts val="2048"/>
              </a:lnSpc>
              <a:buNone/>
            </a:pPr>
            <a:r>
              <a:rPr lang="en-US" sz="1575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حظيت المشروع على إشادة رسمية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lnSpc>
                <a:spcPts val="2048"/>
              </a:lnSpc>
              <a:buNone/>
            </a:pPr>
            <a:r>
              <a:rPr lang="en-US" sz="1575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لالتزامه بالجدول الزمني.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K-20-img-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63" y="1858119"/>
            <a:ext cx="10606980" cy="14288"/>
          </a:xfrm>
          <a:prstGeom prst="rect">
            <a:avLst/>
          </a:prstGeom>
        </p:spPr>
      </p:pic>
      <p:pic>
        <p:nvPicPr>
          <p:cNvPr id="5" name="SK-20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475" y="1549896"/>
            <a:ext cx="963067" cy="68461"/>
          </a:xfrm>
          <a:prstGeom prst="rect">
            <a:avLst/>
          </a:prstGeom>
        </p:spPr>
      </p:pic>
      <p:pic>
        <p:nvPicPr>
          <p:cNvPr id="6" name="SK-20-img-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830" y="2215009"/>
            <a:ext cx="9525" cy="3840361"/>
          </a:xfrm>
          <a:prstGeom prst="rect">
            <a:avLst/>
          </a:prstGeom>
        </p:spPr>
      </p:pic>
      <p:pic>
        <p:nvPicPr>
          <p:cNvPr id="7" name="SK-20-img-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063" y="4061966"/>
            <a:ext cx="5035153" cy="9525"/>
          </a:xfrm>
          <a:prstGeom prst="rect">
            <a:avLst/>
          </a:prstGeom>
        </p:spPr>
      </p:pic>
      <p:pic>
        <p:nvPicPr>
          <p:cNvPr id="8" name="SK-20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671" y="4061966"/>
            <a:ext cx="4791373" cy="9525"/>
          </a:xfrm>
          <a:prstGeom prst="rect">
            <a:avLst/>
          </a:prstGeom>
        </p:spPr>
      </p:pic>
      <p:pic>
        <p:nvPicPr>
          <p:cNvPr id="10" name="SK-20-img-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7380" y="4430167"/>
            <a:ext cx="1133773" cy="1227534"/>
          </a:xfrm>
          <a:prstGeom prst="rect">
            <a:avLst/>
          </a:prstGeom>
        </p:spPr>
      </p:pic>
      <p:pic>
        <p:nvPicPr>
          <p:cNvPr id="11" name="SK-20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7694" y="2242542"/>
            <a:ext cx="1255663" cy="1275457"/>
          </a:xfrm>
          <a:prstGeom prst="rect">
            <a:avLst/>
          </a:prstGeom>
        </p:spPr>
      </p:pic>
      <p:pic>
        <p:nvPicPr>
          <p:cNvPr id="12" name="SK-20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9090" y="4526161"/>
            <a:ext cx="1292275" cy="1152079"/>
          </a:xfrm>
          <a:prstGeom prst="rect">
            <a:avLst/>
          </a:prstGeom>
        </p:spPr>
      </p:pic>
      <p:pic>
        <p:nvPicPr>
          <p:cNvPr id="13" name="SK-20-img-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6573" y="2269927"/>
            <a:ext cx="1170384" cy="1330375"/>
          </a:xfrm>
          <a:prstGeom prst="rect">
            <a:avLst/>
          </a:prstGeom>
        </p:spPr>
      </p:pic>
      <p:sp>
        <p:nvSpPr>
          <p:cNvPr id="14" name="SK-20-text-13"/>
          <p:cNvSpPr/>
          <p:nvPr/>
        </p:nvSpPr>
        <p:spPr>
          <a:xfrm>
            <a:off x="9768602" y="438894"/>
            <a:ext cx="1362551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725" b="1" dirty="0">
                <a:solidFill>
                  <a:srgbClr val="D4A04D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دراسة الحالة</a:t>
            </a:r>
            <a:endParaRPr lang="en-US" sz="17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K-20-text-14"/>
          <p:cNvSpPr/>
          <p:nvPr/>
        </p:nvSpPr>
        <p:spPr>
          <a:xfrm>
            <a:off x="5749856" y="857250"/>
            <a:ext cx="5430113" cy="6103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3525" b="1" dirty="0">
                <a:solidFill>
                  <a:srgbClr val="FFFFFF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محاور تحليل دراسة الحالة</a:t>
            </a:r>
            <a:endParaRPr lang="en-US" sz="35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K-20-text-15"/>
          <p:cNvSpPr/>
          <p:nvPr/>
        </p:nvSpPr>
        <p:spPr>
          <a:xfrm>
            <a:off x="2312283" y="2208163"/>
            <a:ext cx="1832878" cy="33590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950" b="1" dirty="0">
                <a:solidFill>
                  <a:srgbClr val="D4A04D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التنفيذ والرقابة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K-20-text-16"/>
          <p:cNvSpPr/>
          <p:nvPr/>
        </p:nvSpPr>
        <p:spPr>
          <a:xfrm>
            <a:off x="1377047" y="2729359"/>
            <a:ext cx="2755910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هل تحققت إجراءات ضمان الجودة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K-20-text-17"/>
          <p:cNvSpPr/>
          <p:nvPr/>
        </p:nvSpPr>
        <p:spPr>
          <a:xfrm>
            <a:off x="1377047" y="3051721"/>
            <a:ext cx="2755910" cy="28798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من للأداء التشغيلي، وليس فقط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K-20-text-18"/>
          <p:cNvSpPr/>
          <p:nvPr/>
        </p:nvSpPr>
        <p:spPr>
          <a:xfrm>
            <a:off x="2145149" y="3415159"/>
            <a:ext cx="1987808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المواصفات الإنشائية؟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K-20-text-19"/>
          <p:cNvSpPr/>
          <p:nvPr/>
        </p:nvSpPr>
        <p:spPr>
          <a:xfrm>
            <a:off x="2239060" y="4341019"/>
            <a:ext cx="1906101" cy="33590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950" b="1" dirty="0">
                <a:solidFill>
                  <a:srgbClr val="D4A04D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مؤشرات النجاح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K-20-text-20"/>
          <p:cNvSpPr/>
          <p:nvPr/>
        </p:nvSpPr>
        <p:spPr>
          <a:xfrm>
            <a:off x="1681847" y="4841677"/>
            <a:ext cx="2451110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هل اقتصرت المؤشرات على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K-20-text-21"/>
          <p:cNvSpPr/>
          <p:nvPr/>
        </p:nvSpPr>
        <p:spPr>
          <a:xfrm>
            <a:off x="1767126" y="5205115"/>
            <a:ext cx="2365683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الوقت والتكلفة دون قياس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K-20-text-22"/>
          <p:cNvSpPr/>
          <p:nvPr/>
        </p:nvSpPr>
        <p:spPr>
          <a:xfrm>
            <a:off x="1803737" y="5541169"/>
            <a:ext cx="2329220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جودة الأداء بعد التسليم؟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K-20-text-23"/>
          <p:cNvSpPr/>
          <p:nvPr/>
        </p:nvSpPr>
        <p:spPr>
          <a:xfrm>
            <a:off x="7201138" y="2221855"/>
            <a:ext cx="2406015" cy="3222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950" b="1" dirty="0">
                <a:solidFill>
                  <a:srgbClr val="D4A04D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التخطيط والمتطلبات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K-20-text-24"/>
          <p:cNvSpPr/>
          <p:nvPr/>
        </p:nvSpPr>
        <p:spPr>
          <a:xfrm>
            <a:off x="7168247" y="2729359"/>
            <a:ext cx="2438906" cy="28798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هل شارك المستخدم النهائي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K-20-text-25"/>
          <p:cNvSpPr/>
          <p:nvPr/>
        </p:nvSpPr>
        <p:spPr>
          <a:xfrm>
            <a:off x="6826835" y="3072259"/>
            <a:ext cx="2780318" cy="28798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في تحديد معايير القبول التشغيلي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K-20-text-26"/>
          <p:cNvSpPr/>
          <p:nvPr/>
        </p:nvSpPr>
        <p:spPr>
          <a:xfrm>
            <a:off x="7631549" y="3415159"/>
            <a:ext cx="1975604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منذ مرحلة التخطيط؟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K-20-text-27"/>
          <p:cNvSpPr/>
          <p:nvPr/>
        </p:nvSpPr>
        <p:spPr>
          <a:xfrm>
            <a:off x="7530346" y="4334173"/>
            <a:ext cx="2076807" cy="3429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950" b="1" dirty="0">
                <a:solidFill>
                  <a:srgbClr val="D4A04D"/>
                </a:solidFill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الاختبار والتسليم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K-20-text-28"/>
          <p:cNvSpPr/>
          <p:nvPr/>
        </p:nvSpPr>
        <p:spPr>
          <a:xfrm>
            <a:off x="6595259" y="4793605"/>
            <a:ext cx="3011894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هل أجريت اختبارات تشغيلية فعلية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K-20-text-29"/>
          <p:cNvSpPr/>
          <p:nvPr/>
        </p:nvSpPr>
        <p:spPr>
          <a:xfrm>
            <a:off x="7412028" y="5191423"/>
            <a:ext cx="2195126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algn="r" rtl="1"/>
            <a:r>
              <a:rPr lang="en-US" sz="1575" dirty="0" err="1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قبل</a:t>
            </a:r>
            <a:r>
              <a:rPr lang="ar-SA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</a:t>
            </a:r>
            <a:r>
              <a:rPr lang="en-US" sz="1575" dirty="0" err="1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التسليم</a:t>
            </a: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</a:t>
            </a:r>
            <a:r>
              <a:rPr lang="en-US" sz="1575" dirty="0" err="1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النهائي</a:t>
            </a:r>
            <a:r>
              <a:rPr lang="en-US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؟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buNone/>
            </a:pPr>
            <a:r>
              <a:rPr lang="ar-SA" sz="1575" dirty="0">
                <a:latin typeface="Times New Roman" panose="02020603050405020304" pitchFamily="18" charset="0"/>
                <a:ea typeface="Cairo" pitchFamily="34" charset="-122"/>
                <a:cs typeface="Times New Roman" panose="02020603050405020304" pitchFamily="18" charset="0"/>
              </a:rPr>
              <a:t>  </a:t>
            </a: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K-20-text-30"/>
          <p:cNvSpPr/>
          <p:nvPr/>
        </p:nvSpPr>
        <p:spPr>
          <a:xfrm>
            <a:off x="7997369" y="5541169"/>
            <a:ext cx="1609785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endParaRPr lang="en-US" sz="15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K-21-img-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561" y="3517322"/>
            <a:ext cx="4328071" cy="9525"/>
          </a:xfrm>
          <a:prstGeom prst="rect">
            <a:avLst/>
          </a:prstGeom>
        </p:spPr>
      </p:pic>
      <p:pic>
        <p:nvPicPr>
          <p:cNvPr id="13" name="SK-21-img-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5569" y="4026285"/>
            <a:ext cx="646063" cy="726877"/>
          </a:xfrm>
          <a:prstGeom prst="rect">
            <a:avLst/>
          </a:prstGeom>
        </p:spPr>
      </p:pic>
      <p:pic>
        <p:nvPicPr>
          <p:cNvPr id="14" name="SK-21-img-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0142" y="2530524"/>
            <a:ext cx="731490" cy="706338"/>
          </a:xfrm>
          <a:prstGeom prst="rect">
            <a:avLst/>
          </a:prstGeom>
        </p:spPr>
      </p:pic>
      <p:sp>
        <p:nvSpPr>
          <p:cNvPr id="19" name="SK-21-text-18"/>
          <p:cNvSpPr/>
          <p:nvPr/>
        </p:nvSpPr>
        <p:spPr>
          <a:xfrm>
            <a:off x="8846438" y="852886"/>
            <a:ext cx="2301776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 rtl="1">
              <a:buNone/>
            </a:pPr>
            <a:r>
              <a:rPr lang="ar-SA" sz="2800" dirty="0">
                <a:solidFill>
                  <a:srgbClr val="C00000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الواجب 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K-21-text-19"/>
          <p:cNvSpPr/>
          <p:nvPr/>
        </p:nvSpPr>
        <p:spPr>
          <a:xfrm>
            <a:off x="3073479" y="1728192"/>
            <a:ext cx="8033266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ar-SA" sz="16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تحليل </a:t>
            </a:r>
            <a:r>
              <a:rPr lang="en-US" sz="1650" dirty="0" err="1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مشكلة</a:t>
            </a:r>
            <a:r>
              <a:rPr lang="en-US" sz="16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دراسة </a:t>
            </a:r>
            <a:r>
              <a:rPr lang="en-US" sz="1650" dirty="0" err="1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الحالة</a:t>
            </a:r>
            <a:r>
              <a:rPr lang="en-US" sz="16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</a:t>
            </a:r>
            <a:r>
              <a:rPr lang="ar-SA" sz="16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ومن ثم تحديد </a:t>
            </a:r>
            <a:r>
              <a:rPr lang="en-US" sz="16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إجراءً </a:t>
            </a:r>
            <a:r>
              <a:rPr lang="en-US" sz="1650" dirty="0" err="1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وقائيًا</a:t>
            </a:r>
            <a:r>
              <a:rPr lang="en-US" sz="16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مناسبًا</a:t>
            </a:r>
            <a:r>
              <a:rPr lang="en-US" sz="1650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K-21-text-22"/>
          <p:cNvSpPr/>
          <p:nvPr/>
        </p:nvSpPr>
        <p:spPr>
          <a:xfrm>
            <a:off x="2696766" y="3490615"/>
            <a:ext cx="1216670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425" dirty="0">
                <a:solidFill>
                  <a:srgbClr val="FFFFFF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في دقيقتين.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K-21-text-24"/>
          <p:cNvSpPr/>
          <p:nvPr/>
        </p:nvSpPr>
        <p:spPr>
          <a:xfrm>
            <a:off x="1453307" y="4718298"/>
            <a:ext cx="2460278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425" dirty="0">
                <a:solidFill>
                  <a:srgbClr val="FFFFFF"/>
                </a:solidFill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لاكتشاف زوايا تحليل إضافية.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K-21-text-27"/>
          <p:cNvSpPr/>
          <p:nvPr/>
        </p:nvSpPr>
        <p:spPr>
          <a:xfrm>
            <a:off x="6673602" y="2824461"/>
            <a:ext cx="3130748" cy="28798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ar-SA" sz="1425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تحديد </a:t>
            </a:r>
            <a:r>
              <a:rPr lang="en-US" sz="1425" dirty="0" err="1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أهم</a:t>
            </a:r>
            <a:r>
              <a:rPr lang="en-US" sz="1425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سبب جذري في دراسة الحالة.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K-21-text-28"/>
          <p:cNvSpPr/>
          <p:nvPr/>
        </p:nvSpPr>
        <p:spPr>
          <a:xfrm>
            <a:off x="6593383" y="3926086"/>
            <a:ext cx="3374678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ar-SA" sz="1425" dirty="0" err="1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ااقتراح</a:t>
            </a:r>
            <a:r>
              <a:rPr lang="en-US" sz="1425" dirty="0">
                <a:latin typeface="Times New Roman" panose="02020603050405020304" pitchFamily="18" charset="0"/>
                <a:ea typeface="Noto Sans Arabic" pitchFamily="34" charset="-122"/>
                <a:cs typeface="Times New Roman" panose="02020603050405020304" pitchFamily="18" charset="0"/>
              </a:rPr>
              <a:t> إجراءً وقائيًا واحدًا لمعالجة السبب.</a:t>
            </a:r>
            <a:endParaRPr lang="en-US" sz="14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5F9AA-0440-4A3D-626D-BF269EBD4EF7}"/>
              </a:ext>
            </a:extLst>
          </p:cNvPr>
          <p:cNvSpPr txBox="1"/>
          <p:nvPr/>
        </p:nvSpPr>
        <p:spPr>
          <a:xfrm>
            <a:off x="6925818" y="509062"/>
            <a:ext cx="3944620" cy="49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ar-SA" sz="2000" kern="0" dirty="0">
                <a:solidFill>
                  <a:srgbClr val="669442"/>
                </a:solidFill>
                <a:latin typeface="DIN NEXT™ ARABIC MEDIUM" panose="020B0603020203050203" pitchFamily="34" charset="-78"/>
                <a:cs typeface="DIN NEXT™ ARABIC MEDIUM" panose="020B0603020203050203" pitchFamily="34" charset="-78"/>
              </a:rPr>
              <a:t>مراجع الوحدة الأولى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2CE88-C833-97BF-A6E0-5DFD9DC00078}"/>
              </a:ext>
            </a:extLst>
          </p:cNvPr>
          <p:cNvSpPr txBox="1"/>
          <p:nvPr/>
        </p:nvSpPr>
        <p:spPr>
          <a:xfrm>
            <a:off x="2212848" y="1600200"/>
            <a:ext cx="84764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dirty="0" err="1">
                <a:latin typeface="DIN NEXT™ ARABIC MEDIUM" panose="020B0603020203050203" charset="-78"/>
                <a:cs typeface="DIN NEXT™ ARABIC MEDIUM" panose="020B0603020203050203" charset="-78"/>
              </a:rPr>
              <a:t>طلحة</a:t>
            </a:r>
            <a:r>
              <a:rPr lang="en-US" dirty="0">
                <a:latin typeface="DIN NEXT™ ARABIC MEDIUM" panose="020B0603020203050203" charset="-78"/>
                <a:cs typeface="DIN NEXT™ ARABIC MEDIUM" panose="020B0603020203050203" charset="-78"/>
              </a:rPr>
              <a:t>، محمد </a:t>
            </a:r>
            <a:r>
              <a:rPr lang="en-US" dirty="0" err="1">
                <a:latin typeface="DIN NEXT™ ARABIC MEDIUM" panose="020B0603020203050203" charset="-78"/>
                <a:cs typeface="DIN NEXT™ ARABIC MEDIUM" panose="020B0603020203050203" charset="-78"/>
              </a:rPr>
              <a:t>السيد</a:t>
            </a:r>
            <a:r>
              <a:rPr lang="en-US" dirty="0">
                <a:latin typeface="DIN NEXT™ ARABIC MEDIUM" panose="020B0603020203050203" charset="-78"/>
                <a:cs typeface="DIN NEXT™ ARABIC MEDIUM" panose="020B0603020203050203" charset="-78"/>
              </a:rPr>
              <a:t> </a:t>
            </a:r>
            <a:r>
              <a:rPr lang="en-US" dirty="0" err="1">
                <a:latin typeface="DIN NEXT™ ARABIC MEDIUM" panose="020B0603020203050203" charset="-78"/>
                <a:cs typeface="DIN NEXT™ ARABIC MEDIUM" panose="020B0603020203050203" charset="-78"/>
              </a:rPr>
              <a:t>البدوي</a:t>
            </a:r>
            <a:r>
              <a:rPr lang="en-US" dirty="0">
                <a:latin typeface="DIN NEXT™ ARABIC MEDIUM" panose="020B0603020203050203" charset="-78"/>
                <a:cs typeface="DIN NEXT™ ARABIC MEDIUM" panose="020B0603020203050203" charset="-78"/>
              </a:rPr>
              <a:t> </a:t>
            </a:r>
            <a:r>
              <a:rPr lang="en-US" dirty="0" err="1">
                <a:latin typeface="DIN NEXT™ ARABIC MEDIUM" panose="020B0603020203050203" charset="-78"/>
                <a:cs typeface="DIN NEXT™ ARABIC MEDIUM" panose="020B0603020203050203" charset="-78"/>
              </a:rPr>
              <a:t>الدسوقي</a:t>
            </a:r>
            <a:r>
              <a:rPr lang="en-US" dirty="0">
                <a:latin typeface="DIN NEXT™ ARABIC MEDIUM" panose="020B0603020203050203" charset="-78"/>
                <a:cs typeface="DIN NEXT™ ARABIC MEDIUM" panose="020B0603020203050203" charset="-78"/>
              </a:rPr>
              <a:t>. (2017). </a:t>
            </a:r>
            <a:r>
              <a:rPr lang="en-US" i="1" dirty="0">
                <a:latin typeface="DIN NEXT™ ARABIC MEDIUM" panose="020B0603020203050203" charset="-78"/>
                <a:cs typeface="DIN NEXT™ ARABIC MEDIUM" panose="020B0603020203050203" charset="-78"/>
              </a:rPr>
              <a:t>إدارة </a:t>
            </a:r>
            <a:r>
              <a:rPr lang="en-US" i="1" dirty="0" err="1">
                <a:latin typeface="DIN NEXT™ ARABIC MEDIUM" panose="020B0603020203050203" charset="-78"/>
                <a:cs typeface="DIN NEXT™ ARABIC MEDIUM" panose="020B0603020203050203" charset="-78"/>
              </a:rPr>
              <a:t>الجودة</a:t>
            </a:r>
            <a:r>
              <a:rPr lang="en-US" i="1" dirty="0">
                <a:latin typeface="DIN NEXT™ ARABIC MEDIUM" panose="020B0603020203050203" charset="-78"/>
                <a:cs typeface="DIN NEXT™ ARABIC MEDIUM" panose="020B0603020203050203" charset="-78"/>
              </a:rPr>
              <a:t> </a:t>
            </a:r>
            <a:r>
              <a:rPr lang="en-US" i="1" dirty="0" err="1">
                <a:latin typeface="DIN NEXT™ ARABIC MEDIUM" panose="020B0603020203050203" charset="-78"/>
                <a:cs typeface="DIN NEXT™ ARABIC MEDIUM" panose="020B0603020203050203" charset="-78"/>
              </a:rPr>
              <a:t>الشاملة</a:t>
            </a:r>
            <a:r>
              <a:rPr lang="en-US" i="1" dirty="0">
                <a:latin typeface="DIN NEXT™ ARABIC MEDIUM" panose="020B0603020203050203" charset="-78"/>
                <a:cs typeface="DIN NEXT™ ARABIC MEDIUM" panose="020B0603020203050203" charset="-78"/>
              </a:rPr>
              <a:t>: </a:t>
            </a:r>
            <a:r>
              <a:rPr lang="en-US" i="1" dirty="0" err="1">
                <a:latin typeface="DIN NEXT™ ARABIC MEDIUM" panose="020B0603020203050203" charset="-78"/>
                <a:cs typeface="DIN NEXT™ ARABIC MEDIUM" panose="020B0603020203050203" charset="-78"/>
              </a:rPr>
              <a:t>كيف</a:t>
            </a:r>
            <a:r>
              <a:rPr lang="en-US" i="1" dirty="0">
                <a:latin typeface="DIN NEXT™ ARABIC MEDIUM" panose="020B0603020203050203" charset="-78"/>
                <a:cs typeface="DIN NEXT™ ARABIC MEDIUM" panose="020B0603020203050203" charset="-78"/>
              </a:rPr>
              <a:t> </a:t>
            </a:r>
            <a:r>
              <a:rPr lang="en-US" i="1" dirty="0" err="1">
                <a:latin typeface="DIN NEXT™ ARABIC MEDIUM" panose="020B0603020203050203" charset="-78"/>
                <a:cs typeface="DIN NEXT™ ARABIC MEDIUM" panose="020B0603020203050203" charset="-78"/>
              </a:rPr>
              <a:t>تطور</a:t>
            </a:r>
            <a:r>
              <a:rPr lang="en-US" i="1" dirty="0">
                <a:latin typeface="DIN NEXT™ ARABIC MEDIUM" panose="020B0603020203050203" charset="-78"/>
                <a:cs typeface="DIN NEXT™ ARABIC MEDIUM" panose="020B0603020203050203" charset="-78"/>
              </a:rPr>
              <a:t> </a:t>
            </a:r>
            <a:r>
              <a:rPr lang="en-US" i="1" dirty="0" err="1">
                <a:latin typeface="DIN NEXT™ ARABIC MEDIUM" panose="020B0603020203050203" charset="-78"/>
                <a:cs typeface="DIN NEXT™ ARABIC MEDIUM" panose="020B0603020203050203" charset="-78"/>
              </a:rPr>
              <a:t>مشروعك</a:t>
            </a:r>
            <a:r>
              <a:rPr lang="en-US" i="1" dirty="0">
                <a:latin typeface="DIN NEXT™ ARABIC MEDIUM" panose="020B0603020203050203" charset="-78"/>
                <a:cs typeface="DIN NEXT™ ARABIC MEDIUM" panose="020B0603020203050203" charset="-78"/>
              </a:rPr>
              <a:t> </a:t>
            </a:r>
            <a:r>
              <a:rPr lang="en-US" i="1" dirty="0" err="1">
                <a:latin typeface="DIN NEXT™ ARABIC MEDIUM" panose="020B0603020203050203" charset="-78"/>
                <a:cs typeface="DIN NEXT™ ARABIC MEDIUM" panose="020B0603020203050203" charset="-78"/>
              </a:rPr>
              <a:t>ومنتجك</a:t>
            </a:r>
            <a:r>
              <a:rPr lang="en-US" i="1" dirty="0">
                <a:latin typeface="DIN NEXT™ ARABIC MEDIUM" panose="020B0603020203050203" charset="-78"/>
                <a:cs typeface="DIN NEXT™ ARABIC MEDIUM" panose="020B0603020203050203" charset="-78"/>
              </a:rPr>
              <a:t>؟ TQM–ISO–Six Sigma</a:t>
            </a:r>
            <a:r>
              <a:rPr lang="en-US" dirty="0">
                <a:latin typeface="DIN NEXT™ ARABIC MEDIUM" panose="020B0603020203050203" charset="-78"/>
                <a:cs typeface="DIN NEXT™ ARABIC MEDIUM" panose="020B0603020203050203" charset="-78"/>
              </a:rPr>
              <a:t>. </a:t>
            </a:r>
            <a:r>
              <a:rPr lang="en-US" dirty="0" err="1">
                <a:latin typeface="DIN NEXT™ ARABIC MEDIUM" panose="020B0603020203050203" charset="-78"/>
                <a:cs typeface="DIN NEXT™ ARABIC MEDIUM" panose="020B0603020203050203" charset="-78"/>
              </a:rPr>
              <a:t>دار</a:t>
            </a:r>
            <a:r>
              <a:rPr lang="en-US" dirty="0">
                <a:latin typeface="DIN NEXT™ ARABIC MEDIUM" panose="020B0603020203050203" charset="-78"/>
                <a:cs typeface="DIN NEXT™ ARABIC MEDIUM" panose="020B0603020203050203" charset="-78"/>
              </a:rPr>
              <a:t> </a:t>
            </a:r>
            <a:r>
              <a:rPr lang="en-US" dirty="0" err="1">
                <a:latin typeface="DIN NEXT™ ARABIC MEDIUM" panose="020B0603020203050203" charset="-78"/>
                <a:cs typeface="DIN NEXT™ ARABIC MEDIUM" panose="020B0603020203050203" charset="-78"/>
              </a:rPr>
              <a:t>العلوم</a:t>
            </a:r>
            <a:r>
              <a:rPr lang="en-US" dirty="0">
                <a:latin typeface="DIN NEXT™ ARABIC MEDIUM" panose="020B0603020203050203" charset="-78"/>
                <a:cs typeface="DIN NEXT™ ARABIC MEDIUM" panose="020B0603020203050203" charset="-78"/>
              </a:rPr>
              <a:t> </a:t>
            </a:r>
            <a:r>
              <a:rPr lang="en-US" dirty="0" err="1">
                <a:latin typeface="DIN NEXT™ ARABIC MEDIUM" panose="020B0603020203050203" charset="-78"/>
                <a:cs typeface="DIN NEXT™ ARABIC MEDIUM" panose="020B0603020203050203" charset="-78"/>
              </a:rPr>
              <a:t>للنشر</a:t>
            </a:r>
            <a:r>
              <a:rPr lang="en-US" dirty="0">
                <a:latin typeface="DIN NEXT™ ARABIC MEDIUM" panose="020B0603020203050203" charset="-78"/>
                <a:cs typeface="DIN NEXT™ ARABIC MEDIUM" panose="020B0603020203050203" charset="-78"/>
              </a:rPr>
              <a:t> </a:t>
            </a:r>
            <a:r>
              <a:rPr lang="en-US" dirty="0" err="1">
                <a:latin typeface="DIN NEXT™ ARABIC MEDIUM" panose="020B0603020203050203" charset="-78"/>
                <a:cs typeface="DIN NEXT™ ARABIC MEDIUM" panose="020B0603020203050203" charset="-78"/>
              </a:rPr>
              <a:t>والتوزيع</a:t>
            </a:r>
            <a:r>
              <a:rPr lang="en-US" dirty="0">
                <a:latin typeface="DIN NEXT™ ARABIC MEDIUM" panose="020B0603020203050203" charset="-78"/>
                <a:cs typeface="DIN NEXT™ ARABIC MEDIUM" panose="020B0603020203050203" charset="-78"/>
              </a:rPr>
              <a:t>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dirty="0">
              <a:latin typeface="DIN NEXT™ ARABIC MEDIUM" panose="020B0603020203050203" charset="-78"/>
              <a:cs typeface="DIN NEXT™ ARABIC MEDIUM" panose="020B0603020203050203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dirty="0">
                <a:latin typeface="DIN NEXT™ ARABIC MEDIUM" panose="020B0603020203050203" charset="-78"/>
                <a:cs typeface="DIN NEXT™ ARABIC MEDIUM" panose="020B0603020203050203" charset="-78"/>
              </a:rPr>
              <a:t>السيد عمر ، أحمد عبدالرازق . (2025). إدارة الجودة الشاملة </a:t>
            </a:r>
            <a:r>
              <a:rPr lang="en-US" dirty="0">
                <a:latin typeface="DIN NEXT™ ARABIC MEDIUM" panose="020B0603020203050203" charset="-78"/>
                <a:cs typeface="DIN NEXT™ ARABIC MEDIUM" panose="020B0603020203050203" charset="-78"/>
              </a:rPr>
              <a:t>(TQM)</a:t>
            </a:r>
            <a:r>
              <a:rPr lang="ar-SA" dirty="0">
                <a:latin typeface="DIN NEXT™ ARABIC MEDIUM" panose="020B0603020203050203" charset="-78"/>
                <a:cs typeface="DIN NEXT™ ARABIC MEDIUM" panose="020B0603020203050203" charset="-78"/>
              </a:rPr>
              <a:t>.دار الإبداع الثقافي للنشر والتوزيع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SA" dirty="0">
              <a:latin typeface="DIN NEXT™ ARABIC MEDIUM" panose="020B0603020203050203" charset="-78"/>
              <a:cs typeface="DIN NEXT™ ARABIC MEDIUM" panose="020B0603020203050203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dirty="0">
                <a:latin typeface="DIN NEXT™ ARABIC MEDIUM" panose="020B0603020203050203" charset="-78"/>
                <a:cs typeface="DIN NEXT™ ARABIC MEDIUM" panose="020B0603020203050203" charset="-78"/>
              </a:rPr>
              <a:t>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SA" dirty="0">
              <a:latin typeface="DIN NEXT™ ARABIC MEDIUM" panose="020B0603020203050203" charset="-78"/>
              <a:cs typeface="DIN NEXT™ ARABIC MEDIUM" panose="020B0603020203050203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dirty="0">
                <a:latin typeface="DIN NEXT™ ARABIC MEDIUM" panose="020B0603020203050203" charset="-78"/>
                <a:cs typeface="DIN NEXT™ ARABIC MEDIUM" panose="020B0603020203050203" charset="-78"/>
              </a:rPr>
              <a:t> </a:t>
            </a:r>
            <a:endParaRPr lang="en-US" dirty="0">
              <a:latin typeface="DIN NEXT™ ARABIC MEDIUM" panose="020B0603020203050203" charset="-78"/>
              <a:cs typeface="DIN NEXT™ ARABIC MEDIUM" panose="020B0603020203050203" charset="-78"/>
            </a:endParaRPr>
          </a:p>
        </p:txBody>
      </p:sp>
      <p:sp>
        <p:nvSpPr>
          <p:cNvPr id="8" name="SK-16-text-12">
            <a:extLst>
              <a:ext uri="{FF2B5EF4-FFF2-40B4-BE49-F238E27FC236}">
                <a16:creationId xmlns:a16="http://schemas.microsoft.com/office/drawing/2014/main" id="{804B914E-F1D4-6F0E-F3DA-7DD53E9C4A8B}"/>
              </a:ext>
            </a:extLst>
          </p:cNvPr>
          <p:cNvSpPr/>
          <p:nvPr/>
        </p:nvSpPr>
        <p:spPr>
          <a:xfrm>
            <a:off x="8427083" y="3309310"/>
            <a:ext cx="1963400" cy="3222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algn="r" rtl="1"/>
            <a:r>
              <a:rPr lang="en-US" dirty="0">
                <a:latin typeface="DIN NEXT™ ARABIC MEDIUM" panose="020B0603020203050203" charset="-78"/>
                <a:ea typeface="Cairo" pitchFamily="34" charset="-122"/>
                <a:cs typeface="DIN NEXT™ ARABIC MEDIUM" panose="020B0603020203050203" charset="-78"/>
              </a:rPr>
              <a:t>معهد إدارة المشاريع</a:t>
            </a:r>
            <a:endParaRPr lang="en-US" dirty="0">
              <a:latin typeface="DIN NEXT™ ARABIC MEDIUM" panose="020B0603020203050203" charset="-78"/>
              <a:cs typeface="DIN NEXT™ ARABIC MEDIUM" panose="020B0603020203050203" charset="-78"/>
            </a:endParaRPr>
          </a:p>
        </p:txBody>
      </p:sp>
      <p:sp>
        <p:nvSpPr>
          <p:cNvPr id="10" name="SK-16-text-13">
            <a:extLst>
              <a:ext uri="{FF2B5EF4-FFF2-40B4-BE49-F238E27FC236}">
                <a16:creationId xmlns:a16="http://schemas.microsoft.com/office/drawing/2014/main" id="{C0F31760-53A9-80FE-3397-721B9227B7DB}"/>
              </a:ext>
            </a:extLst>
          </p:cNvPr>
          <p:cNvSpPr/>
          <p:nvPr/>
        </p:nvSpPr>
        <p:spPr>
          <a:xfrm>
            <a:off x="6851136" y="3343616"/>
            <a:ext cx="1658243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latin typeface="DIN NEXT™ ARABIC MEDIUM" panose="020B0603020203050203" charset="-78"/>
                <a:ea typeface="Cairo" pitchFamily="34" charset="-122"/>
                <a:cs typeface="DIN NEXT™ ARABIC MEDIUM" panose="020B0603020203050203" charset="-78"/>
              </a:rPr>
              <a:t>— دليل إدارة المشاريع</a:t>
            </a:r>
            <a:endParaRPr lang="en-US" sz="1600" dirty="0">
              <a:latin typeface="DIN NEXT™ ARABIC MEDIUM" panose="020B0603020203050203" charset="-78"/>
              <a:cs typeface="DIN NEXT™ ARABIC MEDIUM" panose="020B0603020203050203" charset="-78"/>
            </a:endParaRPr>
          </a:p>
        </p:txBody>
      </p:sp>
      <p:sp>
        <p:nvSpPr>
          <p:cNvPr id="12" name="SK-16-text-14">
            <a:extLst>
              <a:ext uri="{FF2B5EF4-FFF2-40B4-BE49-F238E27FC236}">
                <a16:creationId xmlns:a16="http://schemas.microsoft.com/office/drawing/2014/main" id="{70665186-DB5E-60BF-65F4-F5FD7AF0293A}"/>
              </a:ext>
            </a:extLst>
          </p:cNvPr>
          <p:cNvSpPr/>
          <p:nvPr/>
        </p:nvSpPr>
        <p:spPr>
          <a:xfrm>
            <a:off x="8122283" y="3878466"/>
            <a:ext cx="2268200" cy="28798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algn="r" rtl="1"/>
            <a:r>
              <a:rPr lang="en-US" dirty="0">
                <a:latin typeface="DIN NEXT™ ARABIC MEDIUM" panose="020B0603020203050203" charset="-78"/>
                <a:ea typeface="Cairo" pitchFamily="34" charset="-122"/>
                <a:cs typeface="DIN NEXT™ ARABIC MEDIUM" panose="020B0603020203050203" charset="-78"/>
              </a:rPr>
              <a:t>المنظمة الدولية للمعايير</a:t>
            </a:r>
            <a:endParaRPr lang="en-US" dirty="0">
              <a:latin typeface="DIN NEXT™ ARABIC MEDIUM" panose="020B0603020203050203" charset="-78"/>
              <a:cs typeface="DIN NEXT™ ARABIC MEDIUM" panose="020B0603020203050203" charset="-78"/>
            </a:endParaRPr>
          </a:p>
        </p:txBody>
      </p:sp>
      <p:sp>
        <p:nvSpPr>
          <p:cNvPr id="14" name="SK-16-text-15">
            <a:extLst>
              <a:ext uri="{FF2B5EF4-FFF2-40B4-BE49-F238E27FC236}">
                <a16:creationId xmlns:a16="http://schemas.microsoft.com/office/drawing/2014/main" id="{AC7D0A07-8A9C-7FD9-DBDB-17C01217A421}"/>
              </a:ext>
            </a:extLst>
          </p:cNvPr>
          <p:cNvSpPr/>
          <p:nvPr/>
        </p:nvSpPr>
        <p:spPr>
          <a:xfrm>
            <a:off x="5804100" y="3947075"/>
            <a:ext cx="2243435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 rtl="1">
              <a:buNone/>
            </a:pPr>
            <a:r>
              <a:rPr lang="en-US" sz="1600" dirty="0">
                <a:latin typeface="DIN NEXT™ ARABIC MEDIUM" panose="020B0603020203050203" charset="-78"/>
                <a:ea typeface="Cairo" pitchFamily="34" charset="-122"/>
                <a:cs typeface="DIN NEXT™ ARABIC MEDIUM" panose="020B0603020203050203" charset="-78"/>
              </a:rPr>
              <a:t>معيار الجودة – ISO 9001:2015</a:t>
            </a:r>
            <a:endParaRPr lang="en-US" sz="1600" dirty="0">
              <a:latin typeface="DIN NEXT™ ARABIC MEDIUM" panose="020B0603020203050203" charset="-78"/>
              <a:cs typeface="DIN NEXT™ ARABIC MEDIUM" panose="020B0603020203050203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033299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3A407-E9C7-9F92-2D9C-B9F369C5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7120777-752E-0E99-8463-726883D18A2D}"/>
              </a:ext>
            </a:extLst>
          </p:cNvPr>
          <p:cNvGrpSpPr/>
          <p:nvPr/>
        </p:nvGrpSpPr>
        <p:grpSpPr>
          <a:xfrm>
            <a:off x="508472" y="0"/>
            <a:ext cx="13188675" cy="7122066"/>
            <a:chOff x="-634529" y="0"/>
            <a:chExt cx="13188675" cy="712206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A416A0B-7D0D-40EB-A0B3-3941CF62694C}"/>
                </a:ext>
              </a:extLst>
            </p:cNvPr>
            <p:cNvSpPr/>
            <p:nvPr/>
          </p:nvSpPr>
          <p:spPr>
            <a:xfrm>
              <a:off x="0" y="0"/>
              <a:ext cx="9906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 rtl="1"/>
              <a:endParaRPr lang="en-SA"/>
            </a:p>
          </p:txBody>
        </p:sp>
        <p:pic>
          <p:nvPicPr>
            <p:cNvPr id="31" name="Picture 30" descr="A blue and green triangle&#10;&#10;AI-generated content may be incorrect.">
              <a:extLst>
                <a:ext uri="{FF2B5EF4-FFF2-40B4-BE49-F238E27FC236}">
                  <a16:creationId xmlns:a16="http://schemas.microsoft.com/office/drawing/2014/main" id="{A4F0F3C0-D7C7-253C-13F7-CE9C8BE64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626" b="1363"/>
            <a:stretch>
              <a:fillRect/>
            </a:stretch>
          </p:blipFill>
          <p:spPr>
            <a:xfrm>
              <a:off x="7028332" y="0"/>
              <a:ext cx="5525814" cy="6858000"/>
            </a:xfrm>
            <a:prstGeom prst="rect">
              <a:avLst/>
            </a:prstGeom>
          </p:spPr>
        </p:pic>
        <p:sp>
          <p:nvSpPr>
            <p:cNvPr id="5" name="Triangle">
              <a:extLst>
                <a:ext uri="{FF2B5EF4-FFF2-40B4-BE49-F238E27FC236}">
                  <a16:creationId xmlns:a16="http://schemas.microsoft.com/office/drawing/2014/main" id="{6DB78CE5-447D-71F3-1AD1-458BDE6FBE14}"/>
                </a:ext>
              </a:extLst>
            </p:cNvPr>
            <p:cNvSpPr/>
            <p:nvPr/>
          </p:nvSpPr>
          <p:spPr>
            <a:xfrm rot="13500000">
              <a:off x="2194348" y="3047555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669442">
                <a:alpha val="69412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 defTabSz="825500" rtl="1" hangingPunct="0"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/>
            </a:p>
          </p:txBody>
        </p:sp>
        <p:sp>
          <p:nvSpPr>
            <p:cNvPr id="6" name="Triangle">
              <a:extLst>
                <a:ext uri="{FF2B5EF4-FFF2-40B4-BE49-F238E27FC236}">
                  <a16:creationId xmlns:a16="http://schemas.microsoft.com/office/drawing/2014/main" id="{E772ED7A-3439-BF21-D8BA-B6E2EFB6AF00}"/>
                </a:ext>
              </a:extLst>
            </p:cNvPr>
            <p:cNvSpPr/>
            <p:nvPr/>
          </p:nvSpPr>
          <p:spPr>
            <a:xfrm rot="13500000">
              <a:off x="1235352" y="3989052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4B90C2">
                <a:alpha val="1056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/>
            </a:p>
          </p:txBody>
        </p:sp>
        <p:sp>
          <p:nvSpPr>
            <p:cNvPr id="9" name="Triangle">
              <a:extLst>
                <a:ext uri="{FF2B5EF4-FFF2-40B4-BE49-F238E27FC236}">
                  <a16:creationId xmlns:a16="http://schemas.microsoft.com/office/drawing/2014/main" id="{295C7075-0BFE-294E-DB5F-8E9F1BF32B59}"/>
                </a:ext>
              </a:extLst>
            </p:cNvPr>
            <p:cNvSpPr/>
            <p:nvPr/>
          </p:nvSpPr>
          <p:spPr>
            <a:xfrm rot="13500000">
              <a:off x="1235352" y="2113747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4B90C2">
                <a:alpha val="1056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/>
            </a:p>
          </p:txBody>
        </p:sp>
        <p:sp>
          <p:nvSpPr>
            <p:cNvPr id="10" name="Triangle">
              <a:extLst>
                <a:ext uri="{FF2B5EF4-FFF2-40B4-BE49-F238E27FC236}">
                  <a16:creationId xmlns:a16="http://schemas.microsoft.com/office/drawing/2014/main" id="{7AEE946A-E219-9117-0966-1069B0941335}"/>
                </a:ext>
              </a:extLst>
            </p:cNvPr>
            <p:cNvSpPr/>
            <p:nvPr/>
          </p:nvSpPr>
          <p:spPr>
            <a:xfrm rot="13500000">
              <a:off x="300412" y="4926704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4B90C2">
                <a:alpha val="1056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/>
            </a:p>
          </p:txBody>
        </p:sp>
        <p:sp>
          <p:nvSpPr>
            <p:cNvPr id="11" name="Triangle">
              <a:extLst>
                <a:ext uri="{FF2B5EF4-FFF2-40B4-BE49-F238E27FC236}">
                  <a16:creationId xmlns:a16="http://schemas.microsoft.com/office/drawing/2014/main" id="{71C65CCE-A4B6-7DD8-C3E5-4E9E69D70020}"/>
                </a:ext>
              </a:extLst>
            </p:cNvPr>
            <p:cNvSpPr/>
            <p:nvPr/>
          </p:nvSpPr>
          <p:spPr>
            <a:xfrm rot="13500000">
              <a:off x="300412" y="3051399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4B90C2">
                <a:alpha val="23704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/>
            </a:p>
          </p:txBody>
        </p:sp>
        <p:sp>
          <p:nvSpPr>
            <p:cNvPr id="13" name="Triangle">
              <a:extLst>
                <a:ext uri="{FF2B5EF4-FFF2-40B4-BE49-F238E27FC236}">
                  <a16:creationId xmlns:a16="http://schemas.microsoft.com/office/drawing/2014/main" id="{0E3195AC-1AB3-D97B-BB09-70320D23A52A}"/>
                </a:ext>
              </a:extLst>
            </p:cNvPr>
            <p:cNvSpPr/>
            <p:nvPr/>
          </p:nvSpPr>
          <p:spPr>
            <a:xfrm rot="13500000">
              <a:off x="300412" y="1200677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669442">
                <a:alpha val="69412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/>
            </a:p>
          </p:txBody>
        </p:sp>
        <p:sp>
          <p:nvSpPr>
            <p:cNvPr id="14" name="Triangle">
              <a:extLst>
                <a:ext uri="{FF2B5EF4-FFF2-40B4-BE49-F238E27FC236}">
                  <a16:creationId xmlns:a16="http://schemas.microsoft.com/office/drawing/2014/main" id="{EFA28977-2DCD-DB5F-DACA-26F20DE0123A}"/>
                </a:ext>
              </a:extLst>
            </p:cNvPr>
            <p:cNvSpPr/>
            <p:nvPr/>
          </p:nvSpPr>
          <p:spPr>
            <a:xfrm rot="13500000">
              <a:off x="-634529" y="5852065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4B90C2">
                <a:alpha val="1056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/>
            </a:p>
          </p:txBody>
        </p:sp>
        <p:sp>
          <p:nvSpPr>
            <p:cNvPr id="15" name="Triangle">
              <a:extLst>
                <a:ext uri="{FF2B5EF4-FFF2-40B4-BE49-F238E27FC236}">
                  <a16:creationId xmlns:a16="http://schemas.microsoft.com/office/drawing/2014/main" id="{DD885026-236B-542E-4C83-A352EE1CEE55}"/>
                </a:ext>
              </a:extLst>
            </p:cNvPr>
            <p:cNvSpPr/>
            <p:nvPr/>
          </p:nvSpPr>
          <p:spPr>
            <a:xfrm rot="13500000">
              <a:off x="-634529" y="3976760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669442">
                <a:alpha val="69412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/>
            </a:p>
          </p:txBody>
        </p:sp>
        <p:sp>
          <p:nvSpPr>
            <p:cNvPr id="16" name="Triangle">
              <a:extLst>
                <a:ext uri="{FF2B5EF4-FFF2-40B4-BE49-F238E27FC236}">
                  <a16:creationId xmlns:a16="http://schemas.microsoft.com/office/drawing/2014/main" id="{4687DE6D-BEB4-1139-97AD-054E33A6F7A8}"/>
                </a:ext>
              </a:extLst>
            </p:cNvPr>
            <p:cNvSpPr/>
            <p:nvPr/>
          </p:nvSpPr>
          <p:spPr>
            <a:xfrm rot="13500000">
              <a:off x="-634529" y="2126038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669442">
                <a:alpha val="69412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 defTabSz="457200" rtl="1"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/>
            </a:p>
          </p:txBody>
        </p:sp>
        <p:sp>
          <p:nvSpPr>
            <p:cNvPr id="17" name="Triangle">
              <a:extLst>
                <a:ext uri="{FF2B5EF4-FFF2-40B4-BE49-F238E27FC236}">
                  <a16:creationId xmlns:a16="http://schemas.microsoft.com/office/drawing/2014/main" id="{EBE72787-2E32-1939-BF81-1A247124FA26}"/>
                </a:ext>
              </a:extLst>
            </p:cNvPr>
            <p:cNvSpPr/>
            <p:nvPr/>
          </p:nvSpPr>
          <p:spPr>
            <a:xfrm rot="13500000">
              <a:off x="-634529" y="275316"/>
              <a:ext cx="1270001" cy="127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4B90C2">
                <a:alpha val="23704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ED9A9BC-E1F2-2E61-0FB0-BF795DF30961}"/>
                </a:ext>
              </a:extLst>
            </p:cNvPr>
            <p:cNvGrpSpPr/>
            <p:nvPr/>
          </p:nvGrpSpPr>
          <p:grpSpPr>
            <a:xfrm>
              <a:off x="4240233" y="1451377"/>
              <a:ext cx="3598064" cy="4116140"/>
              <a:chOff x="4062104" y="2333502"/>
              <a:chExt cx="2389599" cy="2733668"/>
            </a:xfrm>
          </p:grpSpPr>
          <p:pic>
            <p:nvPicPr>
              <p:cNvPr id="4" name="Picture 3" descr="A green book with white text&#10;&#10;Description automatically generated">
                <a:extLst>
                  <a:ext uri="{FF2B5EF4-FFF2-40B4-BE49-F238E27FC236}">
                    <a16:creationId xmlns:a16="http://schemas.microsoft.com/office/drawing/2014/main" id="{5B7375B3-5CE0-42D8-4CA1-317593B045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58015"/>
              <a:stretch/>
            </p:blipFill>
            <p:spPr>
              <a:xfrm>
                <a:off x="4062104" y="4406850"/>
                <a:ext cx="2389599" cy="660320"/>
              </a:xfrm>
              <a:prstGeom prst="rect">
                <a:avLst/>
              </a:prstGeom>
            </p:spPr>
          </p:pic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6BB267BB-D2F7-D159-CE45-B7782A99C5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072999" y="2333502"/>
                <a:ext cx="2372389" cy="632637"/>
              </a:xfrm>
              <a:prstGeom prst="rect">
                <a:avLst/>
              </a:prstGeom>
            </p:spPr>
          </p:pic>
        </p:grpSp>
        <p:pic>
          <p:nvPicPr>
            <p:cNvPr id="7" name="Picture 6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64A56F79-9FBB-E714-ACB0-A565C5E4A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86373" y="2951915"/>
              <a:ext cx="3731238" cy="14303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3373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</TotalTime>
  <Words>2714</Words>
  <Application>Microsoft Office PowerPoint</Application>
  <PresentationFormat>Widescreen</PresentationFormat>
  <Paragraphs>586</Paragraphs>
  <Slides>41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Aptos</vt:lpstr>
      <vt:lpstr>Arial</vt:lpstr>
      <vt:lpstr>Cairo</vt:lpstr>
      <vt:lpstr>DIN NEXT™ ARABIC MEDIUM</vt:lpstr>
      <vt:lpstr>Noto Sans Arabic</vt:lpstr>
      <vt:lpstr>Times New Roman</vt:lpstr>
      <vt:lpstr>Wingdings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2026-08-22T19:41:13Z</dcterms:created>
  <dcterms:modified xsi:type="dcterms:W3CDTF">2026-08-30T12:19:21Z</dcterms:modified>
</cp:coreProperties>
</file>